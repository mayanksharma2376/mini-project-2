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77" r:id="rId11"/>
    <p:sldId id="278" r:id="rId12"/>
    <p:sldId id="266" r:id="rId13"/>
    <p:sldId id="279" r:id="rId14"/>
    <p:sldId id="267" r:id="rId15"/>
    <p:sldId id="280" r:id="rId16"/>
    <p:sldId id="268" r:id="rId17"/>
    <p:sldId id="275" r:id="rId18"/>
    <p:sldId id="281" r:id="rId19"/>
    <p:sldId id="269" r:id="rId20"/>
    <p:sldId id="282" r:id="rId21"/>
    <p:sldId id="276" r:id="rId22"/>
    <p:sldId id="283" r:id="rId23"/>
    <p:sldId id="284" r:id="rId24"/>
    <p:sldId id="271" r:id="rId25"/>
    <p:sldId id="273" r:id="rId26"/>
    <p:sldId id="274" r:id="rId2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Trebuchet MS"/>
        <a:ea typeface="Trebuchet MS"/>
        <a:cs typeface="Trebuchet MS"/>
        <a:sym typeface="Trebuchet MS"/>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Trebuchet MS"/>
        <a:ea typeface="Trebuchet MS"/>
        <a:cs typeface="Trebuchet MS"/>
        <a:sym typeface="Trebuchet MS"/>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Trebuchet MS"/>
        <a:ea typeface="Trebuchet MS"/>
        <a:cs typeface="Trebuchet MS"/>
        <a:sym typeface="Trebuchet MS"/>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Trebuchet MS"/>
        <a:ea typeface="Trebuchet MS"/>
        <a:cs typeface="Trebuchet MS"/>
        <a:sym typeface="Trebuchet MS"/>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Trebuchet MS"/>
        <a:ea typeface="Trebuchet MS"/>
        <a:cs typeface="Trebuchet MS"/>
        <a:sym typeface="Trebuchet MS"/>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Trebuchet MS"/>
        <a:ea typeface="Trebuchet MS"/>
        <a:cs typeface="Trebuchet MS"/>
        <a:sym typeface="Trebuchet MS"/>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Trebuchet MS"/>
        <a:ea typeface="Trebuchet MS"/>
        <a:cs typeface="Trebuchet MS"/>
        <a:sym typeface="Trebuchet MS"/>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Trebuchet MS"/>
        <a:ea typeface="Trebuchet MS"/>
        <a:cs typeface="Trebuchet MS"/>
        <a:sym typeface="Trebuchet MS"/>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Trebuchet MS"/>
        <a:ea typeface="Trebuchet MS"/>
        <a:cs typeface="Trebuchet MS"/>
        <a:sym typeface="Trebuchet M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773E83-9A8F-F736-D67C-8A8BE6087103}" v="12" dt="2025-10-10T11:06:28.322"/>
    <p1510:client id="{528DF589-E33B-491B-9F41-60F4565D8C1E}" v="12" dt="2025-10-11T10:03:17.14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Trebuchet MS"/>
          <a:ea typeface="Trebuchet MS"/>
          <a:cs typeface="Trebuchet M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ECF9"/>
          </a:solidFill>
        </a:fill>
      </a:tcStyle>
    </a:wholeTbl>
    <a:band2H>
      <a:tcTxStyle/>
      <a:tcStyle>
        <a:tcBdr/>
        <a:fill>
          <a:solidFill>
            <a:srgbClr val="E9F6FC"/>
          </a:solidFill>
        </a:fill>
      </a:tcStyle>
    </a:band2H>
    <a:firstCol>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Trebuchet MS"/>
          <a:ea typeface="Trebuchet MS"/>
          <a:cs typeface="Trebuchet M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EEDF"/>
          </a:solidFill>
        </a:fill>
      </a:tcStyle>
    </a:wholeTbl>
    <a:band2H>
      <a:tcTxStyle/>
      <a:tcStyle>
        <a:tcBdr/>
        <a:fill>
          <a:solidFill>
            <a:srgbClr val="E8F6F0"/>
          </a:solidFill>
        </a:fill>
      </a:tcStyle>
    </a:band2H>
    <a:firstCol>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Trebuchet MS"/>
          <a:ea typeface="Trebuchet MS"/>
          <a:cs typeface="Trebuchet M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CEECD"/>
          </a:solidFill>
        </a:fill>
      </a:tcStyle>
    </a:wholeTbl>
    <a:band2H>
      <a:tcTxStyle/>
      <a:tcStyle>
        <a:tcBdr/>
        <a:fill>
          <a:solidFill>
            <a:srgbClr val="EEF7E8"/>
          </a:solidFill>
        </a:fill>
      </a:tcStyle>
    </a:band2H>
    <a:firstCol>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Trebuchet MS"/>
          <a:ea typeface="Trebuchet MS"/>
          <a:cs typeface="Trebuchet MS"/>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Trebuchet MS"/>
          <a:ea typeface="Trebuchet MS"/>
          <a:cs typeface="Trebuchet MS"/>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Trebuchet MS"/>
          <a:ea typeface="Trebuchet MS"/>
          <a:cs typeface="Trebuchet MS"/>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Trebuchet MS"/>
          <a:ea typeface="Trebuchet MS"/>
          <a:cs typeface="Trebuchet MS"/>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Trebuchet MS"/>
          <a:ea typeface="Trebuchet MS"/>
          <a:cs typeface="Trebuchet MS"/>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Trebuchet MS"/>
          <a:ea typeface="Trebuchet MS"/>
          <a:cs typeface="Trebuchet MS"/>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Trebuchet MS"/>
          <a:ea typeface="Trebuchet MS"/>
          <a:cs typeface="Trebuchet M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Trebuchet MS"/>
          <a:ea typeface="Trebuchet MS"/>
          <a:cs typeface="Trebuchet M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Trebuchet MS"/>
          <a:ea typeface="Trebuchet MS"/>
          <a:cs typeface="Trebuchet MS"/>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Trebuchet MS"/>
          <a:ea typeface="Trebuchet MS"/>
          <a:cs typeface="Trebuchet MS"/>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904934-091F-4035-A36E-45859F1FAD86}" type="doc">
      <dgm:prSet loTypeId="urn:microsoft.com/office/officeart/2005/8/layout/lProcess2" loCatId="list" qsTypeId="urn:microsoft.com/office/officeart/2005/8/quickstyle/3d4" qsCatId="3D" csTypeId="urn:microsoft.com/office/officeart/2005/8/colors/accent3_2" csCatId="accent3" phldr="1"/>
      <dgm:spPr/>
      <dgm:t>
        <a:bodyPr/>
        <a:lstStyle/>
        <a:p>
          <a:endParaRPr lang="en-US"/>
        </a:p>
      </dgm:t>
    </dgm:pt>
    <dgm:pt modelId="{BE88170A-A597-41A8-9904-EBDAA5A4B022}">
      <dgm:prSet phldrT="[Text]" phldr="0"/>
      <dgm:spPr/>
      <dgm:t>
        <a:bodyPr/>
        <a:lstStyle/>
        <a:p>
          <a:r>
            <a:rPr lang="en-US"/>
            <a:t>VOLUNTEER</a:t>
          </a:r>
        </a:p>
      </dgm:t>
    </dgm:pt>
    <dgm:pt modelId="{1E1A7A4D-A9D4-4AF0-AE75-A4D96C92AD2B}" type="parTrans" cxnId="{ABCEC902-D93C-4C96-9000-79F28FF558CA}">
      <dgm:prSet/>
      <dgm:spPr/>
      <dgm:t>
        <a:bodyPr/>
        <a:lstStyle/>
        <a:p>
          <a:endParaRPr lang="en-US"/>
        </a:p>
      </dgm:t>
    </dgm:pt>
    <dgm:pt modelId="{DE62FB69-2CED-426C-8349-CA87AEF840DD}" type="sibTrans" cxnId="{ABCEC902-D93C-4C96-9000-79F28FF558CA}">
      <dgm:prSet/>
      <dgm:spPr/>
      <dgm:t>
        <a:bodyPr/>
        <a:lstStyle/>
        <a:p>
          <a:endParaRPr lang="en-US"/>
        </a:p>
      </dgm:t>
    </dgm:pt>
    <dgm:pt modelId="{FC57B5E5-42F3-4539-9D29-9027F2569C32}">
      <dgm:prSet phldrT="[Text]" phldr="0" custT="1"/>
      <dgm:spPr/>
      <dgm:t>
        <a:bodyPr/>
        <a:lstStyle/>
        <a:p>
          <a:r>
            <a:rPr lang="en-US" sz="1600">
              <a:solidFill>
                <a:schemeClr val="tx1"/>
              </a:solidFill>
            </a:rPr>
            <a:t>Can apply for events according to preferences</a:t>
          </a:r>
        </a:p>
      </dgm:t>
    </dgm:pt>
    <dgm:pt modelId="{05606B8D-A276-4112-B303-3F365D8DA539}" type="parTrans" cxnId="{850EE964-2B4C-425F-B179-FF31A4F0C1AD}">
      <dgm:prSet/>
      <dgm:spPr/>
      <dgm:t>
        <a:bodyPr/>
        <a:lstStyle/>
        <a:p>
          <a:endParaRPr lang="en-US"/>
        </a:p>
      </dgm:t>
    </dgm:pt>
    <dgm:pt modelId="{26FA43C7-1687-477D-97E9-03CBE53F5D8D}" type="sibTrans" cxnId="{850EE964-2B4C-425F-B179-FF31A4F0C1AD}">
      <dgm:prSet/>
      <dgm:spPr/>
      <dgm:t>
        <a:bodyPr/>
        <a:lstStyle/>
        <a:p>
          <a:endParaRPr lang="en-US"/>
        </a:p>
      </dgm:t>
    </dgm:pt>
    <dgm:pt modelId="{D5926616-6C1F-497A-933E-E1779DC8CAB5}">
      <dgm:prSet phldrT="[Text]" phldr="0" custT="1"/>
      <dgm:spPr/>
      <dgm:t>
        <a:bodyPr/>
        <a:lstStyle/>
        <a:p>
          <a:r>
            <a:rPr lang="en-US" sz="1600">
              <a:solidFill>
                <a:schemeClr val="tx1"/>
              </a:solidFill>
            </a:rPr>
            <a:t>Track his/her application</a:t>
          </a:r>
        </a:p>
        <a:p>
          <a:r>
            <a:rPr lang="en-US" sz="1600">
              <a:solidFill>
                <a:schemeClr val="tx1"/>
              </a:solidFill>
            </a:rPr>
            <a:t>Message with admin and NGO </a:t>
          </a:r>
        </a:p>
      </dgm:t>
    </dgm:pt>
    <dgm:pt modelId="{B003B8A8-F2B3-4800-889C-A84904DE1924}" type="parTrans" cxnId="{EEF855C8-D696-4F23-B5BB-6B535C779BE3}">
      <dgm:prSet/>
      <dgm:spPr/>
      <dgm:t>
        <a:bodyPr/>
        <a:lstStyle/>
        <a:p>
          <a:endParaRPr lang="en-US"/>
        </a:p>
      </dgm:t>
    </dgm:pt>
    <dgm:pt modelId="{3C374DA5-2351-4A2B-9197-254024A89F47}" type="sibTrans" cxnId="{EEF855C8-D696-4F23-B5BB-6B535C779BE3}">
      <dgm:prSet/>
      <dgm:spPr/>
      <dgm:t>
        <a:bodyPr/>
        <a:lstStyle/>
        <a:p>
          <a:endParaRPr lang="en-US"/>
        </a:p>
      </dgm:t>
    </dgm:pt>
    <dgm:pt modelId="{AC046FE9-DD47-4CBE-8BFC-D004205C045A}">
      <dgm:prSet phldrT="[Text]" phldr="0" custT="1"/>
      <dgm:spPr/>
      <dgm:t>
        <a:bodyPr/>
        <a:lstStyle/>
        <a:p>
          <a:r>
            <a:rPr lang="en-US" sz="4400"/>
            <a:t>NGO</a:t>
          </a:r>
        </a:p>
      </dgm:t>
    </dgm:pt>
    <dgm:pt modelId="{F85929F0-3F98-4BB4-B550-ACAE535B3B23}" type="parTrans" cxnId="{FADAE8BA-359D-4EB7-A6E2-E42B8C09A4CA}">
      <dgm:prSet/>
      <dgm:spPr/>
      <dgm:t>
        <a:bodyPr/>
        <a:lstStyle/>
        <a:p>
          <a:endParaRPr lang="en-US"/>
        </a:p>
      </dgm:t>
    </dgm:pt>
    <dgm:pt modelId="{7C379EC2-FA69-49B4-BF33-F2D7EE69136A}" type="sibTrans" cxnId="{FADAE8BA-359D-4EB7-A6E2-E42B8C09A4CA}">
      <dgm:prSet/>
      <dgm:spPr/>
      <dgm:t>
        <a:bodyPr/>
        <a:lstStyle/>
        <a:p>
          <a:endParaRPr lang="en-US"/>
        </a:p>
      </dgm:t>
    </dgm:pt>
    <dgm:pt modelId="{4A16DB60-49BF-45AA-BD50-0B94DAB8D1FE}">
      <dgm:prSet phldrT="[Text]" phldr="0" custT="1"/>
      <dgm:spPr/>
      <dgm:t>
        <a:bodyPr/>
        <a:lstStyle/>
        <a:p>
          <a:r>
            <a:rPr lang="en-US" sz="1600">
              <a:solidFill>
                <a:schemeClr val="tx1"/>
              </a:solidFill>
            </a:rPr>
            <a:t>Can </a:t>
          </a:r>
          <a:r>
            <a:rPr lang="en-US" sz="1600" err="1">
              <a:solidFill>
                <a:schemeClr val="tx1"/>
              </a:solidFill>
            </a:rPr>
            <a:t>create,edit,delete</a:t>
          </a:r>
          <a:r>
            <a:rPr lang="en-US" sz="1600">
              <a:solidFill>
                <a:schemeClr val="tx1"/>
              </a:solidFill>
            </a:rPr>
            <a:t> events</a:t>
          </a:r>
        </a:p>
      </dgm:t>
    </dgm:pt>
    <dgm:pt modelId="{407B9415-9ABA-43E5-8904-3933F49535D7}" type="parTrans" cxnId="{8567DE03-F74A-429B-9734-8952F62ECA17}">
      <dgm:prSet/>
      <dgm:spPr/>
      <dgm:t>
        <a:bodyPr/>
        <a:lstStyle/>
        <a:p>
          <a:endParaRPr lang="en-US"/>
        </a:p>
      </dgm:t>
    </dgm:pt>
    <dgm:pt modelId="{4604B25A-1704-4281-AB28-8EF3CE22B15F}" type="sibTrans" cxnId="{8567DE03-F74A-429B-9734-8952F62ECA17}">
      <dgm:prSet/>
      <dgm:spPr/>
      <dgm:t>
        <a:bodyPr/>
        <a:lstStyle/>
        <a:p>
          <a:endParaRPr lang="en-US"/>
        </a:p>
      </dgm:t>
    </dgm:pt>
    <dgm:pt modelId="{64508205-C1F9-45BF-A584-9B09E827089A}">
      <dgm:prSet phldrT="[Text]" phldr="0" custT="1"/>
      <dgm:spPr/>
      <dgm:t>
        <a:bodyPr/>
        <a:lstStyle/>
        <a:p>
          <a:r>
            <a:rPr lang="en-US" sz="1600">
              <a:solidFill>
                <a:schemeClr val="tx1"/>
              </a:solidFill>
            </a:rPr>
            <a:t>Approve volunteers based on applications</a:t>
          </a:r>
        </a:p>
      </dgm:t>
    </dgm:pt>
    <dgm:pt modelId="{103C6001-EC47-4C7A-B23F-781018462395}" type="parTrans" cxnId="{3426C6BF-4672-4A97-82B9-521979A10B97}">
      <dgm:prSet/>
      <dgm:spPr/>
      <dgm:t>
        <a:bodyPr/>
        <a:lstStyle/>
        <a:p>
          <a:endParaRPr lang="en-US"/>
        </a:p>
      </dgm:t>
    </dgm:pt>
    <dgm:pt modelId="{C6BD922E-3CE9-4B39-97FD-DD79909CCCE3}" type="sibTrans" cxnId="{3426C6BF-4672-4A97-82B9-521979A10B97}">
      <dgm:prSet/>
      <dgm:spPr/>
      <dgm:t>
        <a:bodyPr/>
        <a:lstStyle/>
        <a:p>
          <a:endParaRPr lang="en-US"/>
        </a:p>
      </dgm:t>
    </dgm:pt>
    <dgm:pt modelId="{85908658-4D96-4332-8A36-59D6C70527B2}">
      <dgm:prSet phldrT="[Text]" phldr="0" custT="1"/>
      <dgm:spPr/>
      <dgm:t>
        <a:bodyPr/>
        <a:lstStyle/>
        <a:p>
          <a:r>
            <a:rPr lang="en-US" sz="4000"/>
            <a:t>ADMIN</a:t>
          </a:r>
        </a:p>
      </dgm:t>
    </dgm:pt>
    <dgm:pt modelId="{25C5AD11-0C76-4D31-A23E-9B6905BE4500}" type="parTrans" cxnId="{7593C2A6-F74A-44FB-AE26-9D26020ADBF2}">
      <dgm:prSet/>
      <dgm:spPr/>
      <dgm:t>
        <a:bodyPr/>
        <a:lstStyle/>
        <a:p>
          <a:endParaRPr lang="en-US"/>
        </a:p>
      </dgm:t>
    </dgm:pt>
    <dgm:pt modelId="{10AB9F60-340A-43ED-B6E8-C8ECD9B5D6F8}" type="sibTrans" cxnId="{7593C2A6-F74A-44FB-AE26-9D26020ADBF2}">
      <dgm:prSet/>
      <dgm:spPr/>
      <dgm:t>
        <a:bodyPr/>
        <a:lstStyle/>
        <a:p>
          <a:endParaRPr lang="en-US"/>
        </a:p>
      </dgm:t>
    </dgm:pt>
    <dgm:pt modelId="{FE39AAFE-DDF4-4990-907D-F202E0C182C5}">
      <dgm:prSet phldrT="[Text]" phldr="0" custT="1"/>
      <dgm:spPr/>
      <dgm:t>
        <a:bodyPr/>
        <a:lstStyle/>
        <a:p>
          <a:r>
            <a:rPr lang="en-US" sz="1600">
              <a:solidFill>
                <a:schemeClr val="tx1"/>
              </a:solidFill>
            </a:rPr>
            <a:t>Manage whole user base</a:t>
          </a:r>
        </a:p>
      </dgm:t>
    </dgm:pt>
    <dgm:pt modelId="{B9071969-CA8E-408B-93DC-E3D0167D29AA}" type="parTrans" cxnId="{65BDFEBD-CEE2-4E3F-AC42-A9599E342FE3}">
      <dgm:prSet/>
      <dgm:spPr/>
      <dgm:t>
        <a:bodyPr/>
        <a:lstStyle/>
        <a:p>
          <a:endParaRPr lang="en-US"/>
        </a:p>
      </dgm:t>
    </dgm:pt>
    <dgm:pt modelId="{7F9B6187-1F9E-48E6-B5B4-0AEE8C6EEE97}" type="sibTrans" cxnId="{65BDFEBD-CEE2-4E3F-AC42-A9599E342FE3}">
      <dgm:prSet/>
      <dgm:spPr/>
      <dgm:t>
        <a:bodyPr/>
        <a:lstStyle/>
        <a:p>
          <a:endParaRPr lang="en-US"/>
        </a:p>
      </dgm:t>
    </dgm:pt>
    <dgm:pt modelId="{B594EA4A-6C14-4346-9C21-CF6550ABBDDD}">
      <dgm:prSet phldrT="[Text]" phldr="0" custT="1"/>
      <dgm:spPr/>
      <dgm:t>
        <a:bodyPr/>
        <a:lstStyle/>
        <a:p>
          <a:r>
            <a:rPr lang="en-US" sz="1600">
              <a:solidFill>
                <a:schemeClr val="tx1"/>
              </a:solidFill>
            </a:rPr>
            <a:t>Can block or unblock user</a:t>
          </a:r>
        </a:p>
        <a:p>
          <a:r>
            <a:rPr lang="en-US" sz="1600">
              <a:solidFill>
                <a:schemeClr val="tx1"/>
              </a:solidFill>
            </a:rPr>
            <a:t>Website manage </a:t>
          </a:r>
          <a:r>
            <a:rPr lang="en-US" sz="1600" err="1">
              <a:solidFill>
                <a:schemeClr val="tx1"/>
              </a:solidFill>
            </a:rPr>
            <a:t>ment</a:t>
          </a:r>
          <a:endParaRPr lang="en-US" sz="1600">
            <a:solidFill>
              <a:schemeClr val="tx1"/>
            </a:solidFill>
          </a:endParaRPr>
        </a:p>
      </dgm:t>
    </dgm:pt>
    <dgm:pt modelId="{9C1A790D-CB49-4E5D-8B1D-A5E44B78A88B}" type="parTrans" cxnId="{E60952A2-BD74-4817-8D16-1F9A1C9BEC6A}">
      <dgm:prSet/>
      <dgm:spPr/>
      <dgm:t>
        <a:bodyPr/>
        <a:lstStyle/>
        <a:p>
          <a:endParaRPr lang="en-US"/>
        </a:p>
      </dgm:t>
    </dgm:pt>
    <dgm:pt modelId="{82C51F57-0E44-40D0-BE5F-97FA0C1A1003}" type="sibTrans" cxnId="{E60952A2-BD74-4817-8D16-1F9A1C9BEC6A}">
      <dgm:prSet/>
      <dgm:spPr/>
      <dgm:t>
        <a:bodyPr/>
        <a:lstStyle/>
        <a:p>
          <a:endParaRPr lang="en-US"/>
        </a:p>
      </dgm:t>
    </dgm:pt>
    <dgm:pt modelId="{6A19E9FB-A606-449F-B134-3E3A268C8EB6}" type="pres">
      <dgm:prSet presAssocID="{FA904934-091F-4035-A36E-45859F1FAD86}" presName="theList" presStyleCnt="0">
        <dgm:presLayoutVars>
          <dgm:dir/>
          <dgm:animLvl val="lvl"/>
          <dgm:resizeHandles val="exact"/>
        </dgm:presLayoutVars>
      </dgm:prSet>
      <dgm:spPr/>
    </dgm:pt>
    <dgm:pt modelId="{0424F196-D4B1-4ED8-86F6-B0CAEBA6EE83}" type="pres">
      <dgm:prSet presAssocID="{BE88170A-A597-41A8-9904-EBDAA5A4B022}" presName="compNode" presStyleCnt="0"/>
      <dgm:spPr/>
    </dgm:pt>
    <dgm:pt modelId="{F94A206D-AA67-41FD-BABE-A849DCA96028}" type="pres">
      <dgm:prSet presAssocID="{BE88170A-A597-41A8-9904-EBDAA5A4B022}" presName="aNode" presStyleLbl="bgShp" presStyleIdx="0" presStyleCnt="3" custScaleX="179516"/>
      <dgm:spPr/>
    </dgm:pt>
    <dgm:pt modelId="{D7516A8A-C137-4BD9-8C44-1ADC6197E3CD}" type="pres">
      <dgm:prSet presAssocID="{BE88170A-A597-41A8-9904-EBDAA5A4B022}" presName="textNode" presStyleLbl="bgShp" presStyleIdx="0" presStyleCnt="3"/>
      <dgm:spPr/>
    </dgm:pt>
    <dgm:pt modelId="{36D28A24-CCB3-4BAF-B97E-CBE6923DA98A}" type="pres">
      <dgm:prSet presAssocID="{BE88170A-A597-41A8-9904-EBDAA5A4B022}" presName="compChildNode" presStyleCnt="0"/>
      <dgm:spPr/>
    </dgm:pt>
    <dgm:pt modelId="{641EC173-11F6-47E9-BF7F-4037770CB597}" type="pres">
      <dgm:prSet presAssocID="{BE88170A-A597-41A8-9904-EBDAA5A4B022}" presName="theInnerList" presStyleCnt="0"/>
      <dgm:spPr/>
    </dgm:pt>
    <dgm:pt modelId="{48818139-2221-4150-8CB1-3D6559B1F2BC}" type="pres">
      <dgm:prSet presAssocID="{FC57B5E5-42F3-4539-9D29-9027F2569C32}" presName="childNode" presStyleLbl="node1" presStyleIdx="0" presStyleCnt="6" custScaleX="210548" custScaleY="72142" custLinFactNeighborX="1645" custLinFactNeighborY="24796">
        <dgm:presLayoutVars>
          <dgm:bulletEnabled val="1"/>
        </dgm:presLayoutVars>
      </dgm:prSet>
      <dgm:spPr/>
    </dgm:pt>
    <dgm:pt modelId="{157E4744-0318-490E-ABCD-D78FD1709A58}" type="pres">
      <dgm:prSet presAssocID="{FC57B5E5-42F3-4539-9D29-9027F2569C32}" presName="aSpace2" presStyleCnt="0"/>
      <dgm:spPr/>
    </dgm:pt>
    <dgm:pt modelId="{3C96099C-D358-4A10-89FB-2705F1469F12}" type="pres">
      <dgm:prSet presAssocID="{D5926616-6C1F-497A-933E-E1779DC8CAB5}" presName="childNode" presStyleLbl="node1" presStyleIdx="1" presStyleCnt="6" custScaleX="215181" custScaleY="72894">
        <dgm:presLayoutVars>
          <dgm:bulletEnabled val="1"/>
        </dgm:presLayoutVars>
      </dgm:prSet>
      <dgm:spPr/>
    </dgm:pt>
    <dgm:pt modelId="{B434A186-B28A-4424-93D9-BD4F3CC1BCD9}" type="pres">
      <dgm:prSet presAssocID="{BE88170A-A597-41A8-9904-EBDAA5A4B022}" presName="aSpace" presStyleCnt="0"/>
      <dgm:spPr/>
    </dgm:pt>
    <dgm:pt modelId="{2B76E044-D51E-487F-A0BD-5B386E9064E6}" type="pres">
      <dgm:prSet presAssocID="{AC046FE9-DD47-4CBE-8BFC-D004205C045A}" presName="compNode" presStyleCnt="0"/>
      <dgm:spPr/>
    </dgm:pt>
    <dgm:pt modelId="{B6610196-76EC-4A65-AC19-A8D498854658}" type="pres">
      <dgm:prSet presAssocID="{AC046FE9-DD47-4CBE-8BFC-D004205C045A}" presName="aNode" presStyleLbl="bgShp" presStyleIdx="1" presStyleCnt="3" custScaleX="165983"/>
      <dgm:spPr/>
    </dgm:pt>
    <dgm:pt modelId="{4CFB9778-2F09-4C23-9DB1-81ECA1C11C90}" type="pres">
      <dgm:prSet presAssocID="{AC046FE9-DD47-4CBE-8BFC-D004205C045A}" presName="textNode" presStyleLbl="bgShp" presStyleIdx="1" presStyleCnt="3"/>
      <dgm:spPr/>
    </dgm:pt>
    <dgm:pt modelId="{9F030DC6-F020-4490-A01D-C51FB89E85A1}" type="pres">
      <dgm:prSet presAssocID="{AC046FE9-DD47-4CBE-8BFC-D004205C045A}" presName="compChildNode" presStyleCnt="0"/>
      <dgm:spPr/>
    </dgm:pt>
    <dgm:pt modelId="{B00715E3-C206-4FE1-AA7B-A9523B135099}" type="pres">
      <dgm:prSet presAssocID="{AC046FE9-DD47-4CBE-8BFC-D004205C045A}" presName="theInnerList" presStyleCnt="0"/>
      <dgm:spPr/>
    </dgm:pt>
    <dgm:pt modelId="{466FEE6A-671B-4472-9684-3798FA62BC64}" type="pres">
      <dgm:prSet presAssocID="{4A16DB60-49BF-45AA-BD50-0B94DAB8D1FE}" presName="childNode" presStyleLbl="node1" presStyleIdx="2" presStyleCnt="6" custScaleX="193410">
        <dgm:presLayoutVars>
          <dgm:bulletEnabled val="1"/>
        </dgm:presLayoutVars>
      </dgm:prSet>
      <dgm:spPr/>
    </dgm:pt>
    <dgm:pt modelId="{8636827F-9F5E-4836-8685-1A6E07BF2F83}" type="pres">
      <dgm:prSet presAssocID="{4A16DB60-49BF-45AA-BD50-0B94DAB8D1FE}" presName="aSpace2" presStyleCnt="0"/>
      <dgm:spPr/>
    </dgm:pt>
    <dgm:pt modelId="{9318B343-45BD-4043-834B-14CE1E6F7980}" type="pres">
      <dgm:prSet presAssocID="{64508205-C1F9-45BF-A584-9B09E827089A}" presName="childNode" presStyleLbl="node1" presStyleIdx="3" presStyleCnt="6" custScaleX="196913">
        <dgm:presLayoutVars>
          <dgm:bulletEnabled val="1"/>
        </dgm:presLayoutVars>
      </dgm:prSet>
      <dgm:spPr/>
    </dgm:pt>
    <dgm:pt modelId="{3EB71A19-F625-4939-8512-58B1A00922E2}" type="pres">
      <dgm:prSet presAssocID="{AC046FE9-DD47-4CBE-8BFC-D004205C045A}" presName="aSpace" presStyleCnt="0"/>
      <dgm:spPr/>
    </dgm:pt>
    <dgm:pt modelId="{2410EB5E-F623-4856-A377-9C98E864C78E}" type="pres">
      <dgm:prSet presAssocID="{85908658-4D96-4332-8A36-59D6C70527B2}" presName="compNode" presStyleCnt="0"/>
      <dgm:spPr/>
    </dgm:pt>
    <dgm:pt modelId="{90D7BF0B-F7E1-4DD9-B958-5F111E85781F}" type="pres">
      <dgm:prSet presAssocID="{85908658-4D96-4332-8A36-59D6C70527B2}" presName="aNode" presStyleLbl="bgShp" presStyleIdx="2" presStyleCnt="3" custScaleX="191048" custLinFactNeighborX="-1445"/>
      <dgm:spPr/>
    </dgm:pt>
    <dgm:pt modelId="{6F5DE62A-A684-4531-91E0-B1AF4700DB84}" type="pres">
      <dgm:prSet presAssocID="{85908658-4D96-4332-8A36-59D6C70527B2}" presName="textNode" presStyleLbl="bgShp" presStyleIdx="2" presStyleCnt="3"/>
      <dgm:spPr/>
    </dgm:pt>
    <dgm:pt modelId="{AECF9E59-C8E7-43FC-9EBA-3A62FD9E8A4F}" type="pres">
      <dgm:prSet presAssocID="{85908658-4D96-4332-8A36-59D6C70527B2}" presName="compChildNode" presStyleCnt="0"/>
      <dgm:spPr/>
    </dgm:pt>
    <dgm:pt modelId="{1340B23A-0D71-4A72-8AA1-C8404E9D4F1D}" type="pres">
      <dgm:prSet presAssocID="{85908658-4D96-4332-8A36-59D6C70527B2}" presName="theInnerList" presStyleCnt="0"/>
      <dgm:spPr/>
    </dgm:pt>
    <dgm:pt modelId="{A076E87A-64F7-4E0E-8948-6558481EB097}" type="pres">
      <dgm:prSet presAssocID="{FE39AAFE-DDF4-4990-907D-F202E0C182C5}" presName="childNode" presStyleLbl="node1" presStyleIdx="4" presStyleCnt="6" custScaleX="233458" custLinFactNeighborX="1007" custLinFactNeighborY="9963">
        <dgm:presLayoutVars>
          <dgm:bulletEnabled val="1"/>
        </dgm:presLayoutVars>
      </dgm:prSet>
      <dgm:spPr/>
    </dgm:pt>
    <dgm:pt modelId="{9597144E-CF88-489E-87A9-22D4AB0E034D}" type="pres">
      <dgm:prSet presAssocID="{FE39AAFE-DDF4-4990-907D-F202E0C182C5}" presName="aSpace2" presStyleCnt="0"/>
      <dgm:spPr/>
    </dgm:pt>
    <dgm:pt modelId="{FF955152-0CDB-4FCB-9C57-3039C6FE2072}" type="pres">
      <dgm:prSet presAssocID="{B594EA4A-6C14-4346-9C21-CF6550ABBDDD}" presName="childNode" presStyleLbl="node1" presStyleIdx="5" presStyleCnt="6" custScaleX="226452">
        <dgm:presLayoutVars>
          <dgm:bulletEnabled val="1"/>
        </dgm:presLayoutVars>
      </dgm:prSet>
      <dgm:spPr/>
    </dgm:pt>
  </dgm:ptLst>
  <dgm:cxnLst>
    <dgm:cxn modelId="{ABCEC902-D93C-4C96-9000-79F28FF558CA}" srcId="{FA904934-091F-4035-A36E-45859F1FAD86}" destId="{BE88170A-A597-41A8-9904-EBDAA5A4B022}" srcOrd="0" destOrd="0" parTransId="{1E1A7A4D-A9D4-4AF0-AE75-A4D96C92AD2B}" sibTransId="{DE62FB69-2CED-426C-8349-CA87AEF840DD}"/>
    <dgm:cxn modelId="{8567DE03-F74A-429B-9734-8952F62ECA17}" srcId="{AC046FE9-DD47-4CBE-8BFC-D004205C045A}" destId="{4A16DB60-49BF-45AA-BD50-0B94DAB8D1FE}" srcOrd="0" destOrd="0" parTransId="{407B9415-9ABA-43E5-8904-3933F49535D7}" sibTransId="{4604B25A-1704-4281-AB28-8EF3CE22B15F}"/>
    <dgm:cxn modelId="{7E371C1F-B41F-493A-AA7C-D360DDAAC978}" type="presOf" srcId="{4A16DB60-49BF-45AA-BD50-0B94DAB8D1FE}" destId="{466FEE6A-671B-4472-9684-3798FA62BC64}" srcOrd="0" destOrd="0" presId="urn:microsoft.com/office/officeart/2005/8/layout/lProcess2"/>
    <dgm:cxn modelId="{4713DE5D-1118-4857-A013-6ED85FDEBB4E}" type="presOf" srcId="{FA904934-091F-4035-A36E-45859F1FAD86}" destId="{6A19E9FB-A606-449F-B134-3E3A268C8EB6}" srcOrd="0" destOrd="0" presId="urn:microsoft.com/office/officeart/2005/8/layout/lProcess2"/>
    <dgm:cxn modelId="{66EDD45E-B36A-448E-93CA-6C028B0CEB57}" type="presOf" srcId="{BE88170A-A597-41A8-9904-EBDAA5A4B022}" destId="{D7516A8A-C137-4BD9-8C44-1ADC6197E3CD}" srcOrd="1" destOrd="0" presId="urn:microsoft.com/office/officeart/2005/8/layout/lProcess2"/>
    <dgm:cxn modelId="{850EE964-2B4C-425F-B179-FF31A4F0C1AD}" srcId="{BE88170A-A597-41A8-9904-EBDAA5A4B022}" destId="{FC57B5E5-42F3-4539-9D29-9027F2569C32}" srcOrd="0" destOrd="0" parTransId="{05606B8D-A276-4112-B303-3F365D8DA539}" sibTransId="{26FA43C7-1687-477D-97E9-03CBE53F5D8D}"/>
    <dgm:cxn modelId="{8C63666B-9E5E-4697-A447-0665AB0FA0D9}" type="presOf" srcId="{AC046FE9-DD47-4CBE-8BFC-D004205C045A}" destId="{4CFB9778-2F09-4C23-9DB1-81ECA1C11C90}" srcOrd="1" destOrd="0" presId="urn:microsoft.com/office/officeart/2005/8/layout/lProcess2"/>
    <dgm:cxn modelId="{E809F780-D2B2-4AAB-BE15-746DBD5531F4}" type="presOf" srcId="{D5926616-6C1F-497A-933E-E1779DC8CAB5}" destId="{3C96099C-D358-4A10-89FB-2705F1469F12}" srcOrd="0" destOrd="0" presId="urn:microsoft.com/office/officeart/2005/8/layout/lProcess2"/>
    <dgm:cxn modelId="{BBFF178C-2F91-45A6-8E01-C0022F58CAC9}" type="presOf" srcId="{85908658-4D96-4332-8A36-59D6C70527B2}" destId="{6F5DE62A-A684-4531-91E0-B1AF4700DB84}" srcOrd="1" destOrd="0" presId="urn:microsoft.com/office/officeart/2005/8/layout/lProcess2"/>
    <dgm:cxn modelId="{0AA8F58E-ADCB-4379-AAA5-C43112EE6772}" type="presOf" srcId="{FE39AAFE-DDF4-4990-907D-F202E0C182C5}" destId="{A076E87A-64F7-4E0E-8948-6558481EB097}" srcOrd="0" destOrd="0" presId="urn:microsoft.com/office/officeart/2005/8/layout/lProcess2"/>
    <dgm:cxn modelId="{D7E99B9F-D877-473F-A1D1-52B5735026CC}" type="presOf" srcId="{BE88170A-A597-41A8-9904-EBDAA5A4B022}" destId="{F94A206D-AA67-41FD-BABE-A849DCA96028}" srcOrd="0" destOrd="0" presId="urn:microsoft.com/office/officeart/2005/8/layout/lProcess2"/>
    <dgm:cxn modelId="{E60952A2-BD74-4817-8D16-1F9A1C9BEC6A}" srcId="{85908658-4D96-4332-8A36-59D6C70527B2}" destId="{B594EA4A-6C14-4346-9C21-CF6550ABBDDD}" srcOrd="1" destOrd="0" parTransId="{9C1A790D-CB49-4E5D-8B1D-A5E44B78A88B}" sibTransId="{82C51F57-0E44-40D0-BE5F-97FA0C1A1003}"/>
    <dgm:cxn modelId="{7593C2A6-F74A-44FB-AE26-9D26020ADBF2}" srcId="{FA904934-091F-4035-A36E-45859F1FAD86}" destId="{85908658-4D96-4332-8A36-59D6C70527B2}" srcOrd="2" destOrd="0" parTransId="{25C5AD11-0C76-4D31-A23E-9B6905BE4500}" sibTransId="{10AB9F60-340A-43ED-B6E8-C8ECD9B5D6F8}"/>
    <dgm:cxn modelId="{FADAE8BA-359D-4EB7-A6E2-E42B8C09A4CA}" srcId="{FA904934-091F-4035-A36E-45859F1FAD86}" destId="{AC046FE9-DD47-4CBE-8BFC-D004205C045A}" srcOrd="1" destOrd="0" parTransId="{F85929F0-3F98-4BB4-B550-ACAE535B3B23}" sibTransId="{7C379EC2-FA69-49B4-BF33-F2D7EE69136A}"/>
    <dgm:cxn modelId="{0DEC2ABB-EA28-453B-8636-82AB7C43C39E}" type="presOf" srcId="{FC57B5E5-42F3-4539-9D29-9027F2569C32}" destId="{48818139-2221-4150-8CB1-3D6559B1F2BC}" srcOrd="0" destOrd="0" presId="urn:microsoft.com/office/officeart/2005/8/layout/lProcess2"/>
    <dgm:cxn modelId="{65BDFEBD-CEE2-4E3F-AC42-A9599E342FE3}" srcId="{85908658-4D96-4332-8A36-59D6C70527B2}" destId="{FE39AAFE-DDF4-4990-907D-F202E0C182C5}" srcOrd="0" destOrd="0" parTransId="{B9071969-CA8E-408B-93DC-E3D0167D29AA}" sibTransId="{7F9B6187-1F9E-48E6-B5B4-0AEE8C6EEE97}"/>
    <dgm:cxn modelId="{3426C6BF-4672-4A97-82B9-521979A10B97}" srcId="{AC046FE9-DD47-4CBE-8BFC-D004205C045A}" destId="{64508205-C1F9-45BF-A584-9B09E827089A}" srcOrd="1" destOrd="0" parTransId="{103C6001-EC47-4C7A-B23F-781018462395}" sibTransId="{C6BD922E-3CE9-4B39-97FD-DD79909CCCE3}"/>
    <dgm:cxn modelId="{EEF855C8-D696-4F23-B5BB-6B535C779BE3}" srcId="{BE88170A-A597-41A8-9904-EBDAA5A4B022}" destId="{D5926616-6C1F-497A-933E-E1779DC8CAB5}" srcOrd="1" destOrd="0" parTransId="{B003B8A8-F2B3-4800-889C-A84904DE1924}" sibTransId="{3C374DA5-2351-4A2B-9197-254024A89F47}"/>
    <dgm:cxn modelId="{EAD31FCE-EF64-42EA-AB3C-D45F5862A514}" type="presOf" srcId="{64508205-C1F9-45BF-A584-9B09E827089A}" destId="{9318B343-45BD-4043-834B-14CE1E6F7980}" srcOrd="0" destOrd="0" presId="urn:microsoft.com/office/officeart/2005/8/layout/lProcess2"/>
    <dgm:cxn modelId="{0E2D2CDF-1455-4F9A-981B-814E2DB77894}" type="presOf" srcId="{B594EA4A-6C14-4346-9C21-CF6550ABBDDD}" destId="{FF955152-0CDB-4FCB-9C57-3039C6FE2072}" srcOrd="0" destOrd="0" presId="urn:microsoft.com/office/officeart/2005/8/layout/lProcess2"/>
    <dgm:cxn modelId="{32C1E4E1-2993-4C72-81C8-8797C9F73332}" type="presOf" srcId="{AC046FE9-DD47-4CBE-8BFC-D004205C045A}" destId="{B6610196-76EC-4A65-AC19-A8D498854658}" srcOrd="0" destOrd="0" presId="urn:microsoft.com/office/officeart/2005/8/layout/lProcess2"/>
    <dgm:cxn modelId="{508707F8-93B8-4663-90B0-B88F5DAA4181}" type="presOf" srcId="{85908658-4D96-4332-8A36-59D6C70527B2}" destId="{90D7BF0B-F7E1-4DD9-B958-5F111E85781F}" srcOrd="0" destOrd="0" presId="urn:microsoft.com/office/officeart/2005/8/layout/lProcess2"/>
    <dgm:cxn modelId="{D71F342E-065B-4253-BA37-982F3C2C7737}" type="presParOf" srcId="{6A19E9FB-A606-449F-B134-3E3A268C8EB6}" destId="{0424F196-D4B1-4ED8-86F6-B0CAEBA6EE83}" srcOrd="0" destOrd="0" presId="urn:microsoft.com/office/officeart/2005/8/layout/lProcess2"/>
    <dgm:cxn modelId="{DCEED341-F9C4-4D9F-B649-327255AB1129}" type="presParOf" srcId="{0424F196-D4B1-4ED8-86F6-B0CAEBA6EE83}" destId="{F94A206D-AA67-41FD-BABE-A849DCA96028}" srcOrd="0" destOrd="0" presId="urn:microsoft.com/office/officeart/2005/8/layout/lProcess2"/>
    <dgm:cxn modelId="{6B21AF0B-3FFC-4C18-A08B-34A806D55BB9}" type="presParOf" srcId="{0424F196-D4B1-4ED8-86F6-B0CAEBA6EE83}" destId="{D7516A8A-C137-4BD9-8C44-1ADC6197E3CD}" srcOrd="1" destOrd="0" presId="urn:microsoft.com/office/officeart/2005/8/layout/lProcess2"/>
    <dgm:cxn modelId="{F9E985B1-DFB4-471B-A045-134721E61007}" type="presParOf" srcId="{0424F196-D4B1-4ED8-86F6-B0CAEBA6EE83}" destId="{36D28A24-CCB3-4BAF-B97E-CBE6923DA98A}" srcOrd="2" destOrd="0" presId="urn:microsoft.com/office/officeart/2005/8/layout/lProcess2"/>
    <dgm:cxn modelId="{7237C0B7-A56B-454D-8C17-783BE951A3EF}" type="presParOf" srcId="{36D28A24-CCB3-4BAF-B97E-CBE6923DA98A}" destId="{641EC173-11F6-47E9-BF7F-4037770CB597}" srcOrd="0" destOrd="0" presId="urn:microsoft.com/office/officeart/2005/8/layout/lProcess2"/>
    <dgm:cxn modelId="{0EE8A870-A148-4D6B-A651-2BDD83FFB125}" type="presParOf" srcId="{641EC173-11F6-47E9-BF7F-4037770CB597}" destId="{48818139-2221-4150-8CB1-3D6559B1F2BC}" srcOrd="0" destOrd="0" presId="urn:microsoft.com/office/officeart/2005/8/layout/lProcess2"/>
    <dgm:cxn modelId="{FA4C1354-0FEB-4702-8906-ADD5BF213725}" type="presParOf" srcId="{641EC173-11F6-47E9-BF7F-4037770CB597}" destId="{157E4744-0318-490E-ABCD-D78FD1709A58}" srcOrd="1" destOrd="0" presId="urn:microsoft.com/office/officeart/2005/8/layout/lProcess2"/>
    <dgm:cxn modelId="{EC299E40-F8ED-4E67-BDAA-2ED32C286EAB}" type="presParOf" srcId="{641EC173-11F6-47E9-BF7F-4037770CB597}" destId="{3C96099C-D358-4A10-89FB-2705F1469F12}" srcOrd="2" destOrd="0" presId="urn:microsoft.com/office/officeart/2005/8/layout/lProcess2"/>
    <dgm:cxn modelId="{00780193-BF09-43B9-B62A-7FB733842D12}" type="presParOf" srcId="{6A19E9FB-A606-449F-B134-3E3A268C8EB6}" destId="{B434A186-B28A-4424-93D9-BD4F3CC1BCD9}" srcOrd="1" destOrd="0" presId="urn:microsoft.com/office/officeart/2005/8/layout/lProcess2"/>
    <dgm:cxn modelId="{ADBA6EC3-56F9-4B0A-9A3E-A70C9572A091}" type="presParOf" srcId="{6A19E9FB-A606-449F-B134-3E3A268C8EB6}" destId="{2B76E044-D51E-487F-A0BD-5B386E9064E6}" srcOrd="2" destOrd="0" presId="urn:microsoft.com/office/officeart/2005/8/layout/lProcess2"/>
    <dgm:cxn modelId="{55F61D88-F58A-452D-A027-93FD4838FDC0}" type="presParOf" srcId="{2B76E044-D51E-487F-A0BD-5B386E9064E6}" destId="{B6610196-76EC-4A65-AC19-A8D498854658}" srcOrd="0" destOrd="0" presId="urn:microsoft.com/office/officeart/2005/8/layout/lProcess2"/>
    <dgm:cxn modelId="{899E4B2C-6B33-4CEB-B9A2-7ADA7C62F446}" type="presParOf" srcId="{2B76E044-D51E-487F-A0BD-5B386E9064E6}" destId="{4CFB9778-2F09-4C23-9DB1-81ECA1C11C90}" srcOrd="1" destOrd="0" presId="urn:microsoft.com/office/officeart/2005/8/layout/lProcess2"/>
    <dgm:cxn modelId="{417B8F3B-61EE-4320-BB2B-5830F8E0DB45}" type="presParOf" srcId="{2B76E044-D51E-487F-A0BD-5B386E9064E6}" destId="{9F030DC6-F020-4490-A01D-C51FB89E85A1}" srcOrd="2" destOrd="0" presId="urn:microsoft.com/office/officeart/2005/8/layout/lProcess2"/>
    <dgm:cxn modelId="{0EEC4B79-028F-4670-9A38-2118C03ED586}" type="presParOf" srcId="{9F030DC6-F020-4490-A01D-C51FB89E85A1}" destId="{B00715E3-C206-4FE1-AA7B-A9523B135099}" srcOrd="0" destOrd="0" presId="urn:microsoft.com/office/officeart/2005/8/layout/lProcess2"/>
    <dgm:cxn modelId="{139AF1FB-756D-4642-81E1-F37F1782D4FF}" type="presParOf" srcId="{B00715E3-C206-4FE1-AA7B-A9523B135099}" destId="{466FEE6A-671B-4472-9684-3798FA62BC64}" srcOrd="0" destOrd="0" presId="urn:microsoft.com/office/officeart/2005/8/layout/lProcess2"/>
    <dgm:cxn modelId="{DDBF4E72-8837-4E3C-AE21-2B93DDBAF363}" type="presParOf" srcId="{B00715E3-C206-4FE1-AA7B-A9523B135099}" destId="{8636827F-9F5E-4836-8685-1A6E07BF2F83}" srcOrd="1" destOrd="0" presId="urn:microsoft.com/office/officeart/2005/8/layout/lProcess2"/>
    <dgm:cxn modelId="{58BE6A10-F0F7-45E3-A61F-81C1BBF0F966}" type="presParOf" srcId="{B00715E3-C206-4FE1-AA7B-A9523B135099}" destId="{9318B343-45BD-4043-834B-14CE1E6F7980}" srcOrd="2" destOrd="0" presId="urn:microsoft.com/office/officeart/2005/8/layout/lProcess2"/>
    <dgm:cxn modelId="{D5A382C2-1489-4B72-808B-AAAA005677FC}" type="presParOf" srcId="{6A19E9FB-A606-449F-B134-3E3A268C8EB6}" destId="{3EB71A19-F625-4939-8512-58B1A00922E2}" srcOrd="3" destOrd="0" presId="urn:microsoft.com/office/officeart/2005/8/layout/lProcess2"/>
    <dgm:cxn modelId="{8D513A66-8450-462B-BA59-F1BC92322C1A}" type="presParOf" srcId="{6A19E9FB-A606-449F-B134-3E3A268C8EB6}" destId="{2410EB5E-F623-4856-A377-9C98E864C78E}" srcOrd="4" destOrd="0" presId="urn:microsoft.com/office/officeart/2005/8/layout/lProcess2"/>
    <dgm:cxn modelId="{D139D96E-F5C0-4EF3-9505-B5D0292C7238}" type="presParOf" srcId="{2410EB5E-F623-4856-A377-9C98E864C78E}" destId="{90D7BF0B-F7E1-4DD9-B958-5F111E85781F}" srcOrd="0" destOrd="0" presId="urn:microsoft.com/office/officeart/2005/8/layout/lProcess2"/>
    <dgm:cxn modelId="{DA5CB6AB-B8E7-4182-8650-039F96B417C2}" type="presParOf" srcId="{2410EB5E-F623-4856-A377-9C98E864C78E}" destId="{6F5DE62A-A684-4531-91E0-B1AF4700DB84}" srcOrd="1" destOrd="0" presId="urn:microsoft.com/office/officeart/2005/8/layout/lProcess2"/>
    <dgm:cxn modelId="{3E5E6F7D-EB0A-4E04-9533-E352E341F502}" type="presParOf" srcId="{2410EB5E-F623-4856-A377-9C98E864C78E}" destId="{AECF9E59-C8E7-43FC-9EBA-3A62FD9E8A4F}" srcOrd="2" destOrd="0" presId="urn:microsoft.com/office/officeart/2005/8/layout/lProcess2"/>
    <dgm:cxn modelId="{E5F1832F-D474-4B00-94B7-605466962DA6}" type="presParOf" srcId="{AECF9E59-C8E7-43FC-9EBA-3A62FD9E8A4F}" destId="{1340B23A-0D71-4A72-8AA1-C8404E9D4F1D}" srcOrd="0" destOrd="0" presId="urn:microsoft.com/office/officeart/2005/8/layout/lProcess2"/>
    <dgm:cxn modelId="{2B476627-935E-4F72-BA1A-7997B280FC37}" type="presParOf" srcId="{1340B23A-0D71-4A72-8AA1-C8404E9D4F1D}" destId="{A076E87A-64F7-4E0E-8948-6558481EB097}" srcOrd="0" destOrd="0" presId="urn:microsoft.com/office/officeart/2005/8/layout/lProcess2"/>
    <dgm:cxn modelId="{9278128F-62F6-4C09-B357-7224FC38A054}" type="presParOf" srcId="{1340B23A-0D71-4A72-8AA1-C8404E9D4F1D}" destId="{9597144E-CF88-489E-87A9-22D4AB0E034D}" srcOrd="1" destOrd="0" presId="urn:microsoft.com/office/officeart/2005/8/layout/lProcess2"/>
    <dgm:cxn modelId="{51851DA5-D809-4FD0-B60C-0B9577A32CE6}" type="presParOf" srcId="{1340B23A-0D71-4A72-8AA1-C8404E9D4F1D}" destId="{FF955152-0CDB-4FCB-9C57-3039C6FE2072}"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F076C562-359C-48F0-B58F-026194A45A1C}" type="doc">
      <dgm:prSet loTypeId="urn:microsoft.com/office/officeart/2005/8/layout/vList2" loCatId="list" qsTypeId="urn:microsoft.com/office/officeart/2005/8/quickstyle/3d2" qsCatId="3D" csTypeId="urn:microsoft.com/office/officeart/2005/8/colors/accent3_2" csCatId="accent3" phldr="1"/>
      <dgm:spPr/>
      <dgm:t>
        <a:bodyPr/>
        <a:lstStyle/>
        <a:p>
          <a:endParaRPr lang="en-US"/>
        </a:p>
      </dgm:t>
    </dgm:pt>
    <dgm:pt modelId="{EAD12D92-A978-4F5A-BE90-801833BCDD45}">
      <dgm:prSet phldrT="[Text]" phldr="0"/>
      <dgm:spPr/>
      <dgm:t>
        <a:bodyPr/>
        <a:lstStyle/>
        <a:p>
          <a:r>
            <a:rPr lang="en-US"/>
            <a:t>             </a:t>
          </a:r>
          <a:r>
            <a:rPr lang="en-US" b="1">
              <a:solidFill>
                <a:schemeClr val="tx1"/>
              </a:solidFill>
            </a:rPr>
            <a:t>USER</a:t>
          </a:r>
        </a:p>
      </dgm:t>
    </dgm:pt>
    <dgm:pt modelId="{A7236A5D-1070-47D5-BC3F-06E05E0630F0}" type="parTrans" cxnId="{883C462C-7EC0-4147-8053-F91BC678F705}">
      <dgm:prSet/>
      <dgm:spPr/>
      <dgm:t>
        <a:bodyPr/>
        <a:lstStyle/>
        <a:p>
          <a:endParaRPr lang="en-US"/>
        </a:p>
      </dgm:t>
    </dgm:pt>
    <dgm:pt modelId="{EFE33D46-CD63-4886-9A54-A2852B9415C0}" type="sibTrans" cxnId="{883C462C-7EC0-4147-8053-F91BC678F705}">
      <dgm:prSet/>
      <dgm:spPr/>
      <dgm:t>
        <a:bodyPr/>
        <a:lstStyle/>
        <a:p>
          <a:endParaRPr lang="en-US"/>
        </a:p>
      </dgm:t>
    </dgm:pt>
    <dgm:pt modelId="{BF20D4DF-0703-4886-BBC5-E19A045CD8F0}" type="pres">
      <dgm:prSet presAssocID="{F076C562-359C-48F0-B58F-026194A45A1C}" presName="linear" presStyleCnt="0">
        <dgm:presLayoutVars>
          <dgm:animLvl val="lvl"/>
          <dgm:resizeHandles val="exact"/>
        </dgm:presLayoutVars>
      </dgm:prSet>
      <dgm:spPr/>
    </dgm:pt>
    <dgm:pt modelId="{CB6D9894-0D6C-4014-BBDC-6C9BA3AA2B3E}" type="pres">
      <dgm:prSet presAssocID="{EAD12D92-A978-4F5A-BE90-801833BCDD45}" presName="parentText" presStyleLbl="node1" presStyleIdx="0" presStyleCnt="1" custScaleX="80112" custScaleY="70675" custLinFactNeighborX="-2369" custLinFactNeighborY="304">
        <dgm:presLayoutVars>
          <dgm:chMax val="0"/>
          <dgm:bulletEnabled val="1"/>
        </dgm:presLayoutVars>
      </dgm:prSet>
      <dgm:spPr/>
    </dgm:pt>
  </dgm:ptLst>
  <dgm:cxnLst>
    <dgm:cxn modelId="{883C462C-7EC0-4147-8053-F91BC678F705}" srcId="{F076C562-359C-48F0-B58F-026194A45A1C}" destId="{EAD12D92-A978-4F5A-BE90-801833BCDD45}" srcOrd="0" destOrd="0" parTransId="{A7236A5D-1070-47D5-BC3F-06E05E0630F0}" sibTransId="{EFE33D46-CD63-4886-9A54-A2852B9415C0}"/>
    <dgm:cxn modelId="{8D73D694-5D39-47DC-A582-A2194C2CCBD5}" type="presOf" srcId="{EAD12D92-A978-4F5A-BE90-801833BCDD45}" destId="{CB6D9894-0D6C-4014-BBDC-6C9BA3AA2B3E}" srcOrd="0" destOrd="0" presId="urn:microsoft.com/office/officeart/2005/8/layout/vList2"/>
    <dgm:cxn modelId="{2435B2D9-7162-4D79-8340-678374091338}" type="presOf" srcId="{F076C562-359C-48F0-B58F-026194A45A1C}" destId="{BF20D4DF-0703-4886-BBC5-E19A045CD8F0}" srcOrd="0" destOrd="0" presId="urn:microsoft.com/office/officeart/2005/8/layout/vList2"/>
    <dgm:cxn modelId="{CD91783E-96B8-48A0-B153-FD2194CEF03F}" type="presParOf" srcId="{BF20D4DF-0703-4886-BBC5-E19A045CD8F0}" destId="{CB6D9894-0D6C-4014-BBDC-6C9BA3AA2B3E}"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4A206D-AA67-41FD-BABE-A849DCA96028}">
      <dsp:nvSpPr>
        <dsp:cNvPr id="0" name=""/>
        <dsp:cNvSpPr/>
      </dsp:nvSpPr>
      <dsp:spPr>
        <a:xfrm>
          <a:off x="4039" y="0"/>
          <a:ext cx="3056349" cy="4209774"/>
        </a:xfrm>
        <a:prstGeom prst="roundRect">
          <a:avLst>
            <a:gd name="adj" fmla="val 10000"/>
          </a:avLst>
        </a:prstGeom>
        <a:solidFill>
          <a:schemeClr val="accent3">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a:t>VOLUNTEER</a:t>
          </a:r>
        </a:p>
      </dsp:txBody>
      <dsp:txXfrm>
        <a:off x="4039" y="0"/>
        <a:ext cx="3056349" cy="1262932"/>
      </dsp:txXfrm>
    </dsp:sp>
    <dsp:sp modelId="{48818139-2221-4150-8CB1-3D6559B1F2BC}">
      <dsp:nvSpPr>
        <dsp:cNvPr id="0" name=""/>
        <dsp:cNvSpPr/>
      </dsp:nvSpPr>
      <dsp:spPr>
        <a:xfrm>
          <a:off x="120746" y="1328659"/>
          <a:ext cx="2867747" cy="1229931"/>
        </a:xfrm>
        <a:prstGeom prst="roundRect">
          <a:avLst>
            <a:gd name="adj" fmla="val 10000"/>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a:solidFill>
                <a:schemeClr val="tx1"/>
              </a:solidFill>
            </a:rPr>
            <a:t>Can apply for events according to preferences</a:t>
          </a:r>
        </a:p>
      </dsp:txBody>
      <dsp:txXfrm>
        <a:off x="156769" y="1364682"/>
        <a:ext cx="2795701" cy="1157885"/>
      </dsp:txXfrm>
    </dsp:sp>
    <dsp:sp modelId="{3C96099C-D358-4A10-89FB-2705F1469F12}">
      <dsp:nvSpPr>
        <dsp:cNvPr id="0" name=""/>
        <dsp:cNvSpPr/>
      </dsp:nvSpPr>
      <dsp:spPr>
        <a:xfrm>
          <a:off x="66789" y="2755842"/>
          <a:ext cx="2930850" cy="1242752"/>
        </a:xfrm>
        <a:prstGeom prst="roundRect">
          <a:avLst>
            <a:gd name="adj" fmla="val 10000"/>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a:solidFill>
                <a:schemeClr val="tx1"/>
              </a:solidFill>
            </a:rPr>
            <a:t>Track his/her application</a:t>
          </a:r>
        </a:p>
        <a:p>
          <a:pPr marL="0" lvl="0" indent="0" algn="ctr" defTabSz="711200">
            <a:lnSpc>
              <a:spcPct val="90000"/>
            </a:lnSpc>
            <a:spcBef>
              <a:spcPct val="0"/>
            </a:spcBef>
            <a:spcAft>
              <a:spcPct val="35000"/>
            </a:spcAft>
            <a:buNone/>
          </a:pPr>
          <a:r>
            <a:rPr lang="en-US" sz="1600" kern="1200">
              <a:solidFill>
                <a:schemeClr val="tx1"/>
              </a:solidFill>
            </a:rPr>
            <a:t>Message with admin and NGO </a:t>
          </a:r>
        </a:p>
      </dsp:txBody>
      <dsp:txXfrm>
        <a:off x="103188" y="2792241"/>
        <a:ext cx="2858052" cy="1169954"/>
      </dsp:txXfrm>
    </dsp:sp>
    <dsp:sp modelId="{B6610196-76EC-4A65-AC19-A8D498854658}">
      <dsp:nvSpPr>
        <dsp:cNvPr id="0" name=""/>
        <dsp:cNvSpPr/>
      </dsp:nvSpPr>
      <dsp:spPr>
        <a:xfrm>
          <a:off x="3188080" y="0"/>
          <a:ext cx="2825943" cy="4209774"/>
        </a:xfrm>
        <a:prstGeom prst="roundRect">
          <a:avLst>
            <a:gd name="adj" fmla="val 10000"/>
          </a:avLst>
        </a:prstGeom>
        <a:solidFill>
          <a:schemeClr val="accent3">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kern="1200"/>
            <a:t>NGO</a:t>
          </a:r>
        </a:p>
      </dsp:txBody>
      <dsp:txXfrm>
        <a:off x="3188080" y="0"/>
        <a:ext cx="2825943" cy="1262932"/>
      </dsp:txXfrm>
    </dsp:sp>
    <dsp:sp modelId="{466FEE6A-671B-4472-9684-3798FA62BC64}">
      <dsp:nvSpPr>
        <dsp:cNvPr id="0" name=""/>
        <dsp:cNvSpPr/>
      </dsp:nvSpPr>
      <dsp:spPr>
        <a:xfrm>
          <a:off x="3283891" y="1264165"/>
          <a:ext cx="2634321" cy="1269304"/>
        </a:xfrm>
        <a:prstGeom prst="roundRect">
          <a:avLst>
            <a:gd name="adj" fmla="val 10000"/>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a:solidFill>
                <a:schemeClr val="tx1"/>
              </a:solidFill>
            </a:rPr>
            <a:t>Can </a:t>
          </a:r>
          <a:r>
            <a:rPr lang="en-US" sz="1600" kern="1200" err="1">
              <a:solidFill>
                <a:schemeClr val="tx1"/>
              </a:solidFill>
            </a:rPr>
            <a:t>create,edit,delete</a:t>
          </a:r>
          <a:r>
            <a:rPr lang="en-US" sz="1600" kern="1200">
              <a:solidFill>
                <a:schemeClr val="tx1"/>
              </a:solidFill>
            </a:rPr>
            <a:t> events</a:t>
          </a:r>
        </a:p>
      </dsp:txBody>
      <dsp:txXfrm>
        <a:off x="3321068" y="1301342"/>
        <a:ext cx="2559967" cy="1194950"/>
      </dsp:txXfrm>
    </dsp:sp>
    <dsp:sp modelId="{9318B343-45BD-4043-834B-14CE1E6F7980}">
      <dsp:nvSpPr>
        <dsp:cNvPr id="0" name=""/>
        <dsp:cNvSpPr/>
      </dsp:nvSpPr>
      <dsp:spPr>
        <a:xfrm>
          <a:off x="3260035" y="2728747"/>
          <a:ext cx="2682033" cy="1269304"/>
        </a:xfrm>
        <a:prstGeom prst="roundRect">
          <a:avLst>
            <a:gd name="adj" fmla="val 10000"/>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a:solidFill>
                <a:schemeClr val="tx1"/>
              </a:solidFill>
            </a:rPr>
            <a:t>Approve volunteers based on applications</a:t>
          </a:r>
        </a:p>
      </dsp:txBody>
      <dsp:txXfrm>
        <a:off x="3297212" y="2765924"/>
        <a:ext cx="2607679" cy="1194950"/>
      </dsp:txXfrm>
    </dsp:sp>
    <dsp:sp modelId="{90D7BF0B-F7E1-4DD9-B958-5F111E85781F}">
      <dsp:nvSpPr>
        <dsp:cNvPr id="0" name=""/>
        <dsp:cNvSpPr/>
      </dsp:nvSpPr>
      <dsp:spPr>
        <a:xfrm>
          <a:off x="6117112" y="0"/>
          <a:ext cx="3252687" cy="4209774"/>
        </a:xfrm>
        <a:prstGeom prst="roundRect">
          <a:avLst>
            <a:gd name="adj" fmla="val 10000"/>
          </a:avLst>
        </a:prstGeom>
        <a:solidFill>
          <a:schemeClr val="accent3">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ADMIN</a:t>
          </a:r>
        </a:p>
      </dsp:txBody>
      <dsp:txXfrm>
        <a:off x="6117112" y="0"/>
        <a:ext cx="3252687" cy="1262932"/>
      </dsp:txXfrm>
    </dsp:sp>
    <dsp:sp modelId="{A076E87A-64F7-4E0E-8948-6558481EB097}">
      <dsp:nvSpPr>
        <dsp:cNvPr id="0" name=""/>
        <dsp:cNvSpPr/>
      </dsp:nvSpPr>
      <dsp:spPr>
        <a:xfrm>
          <a:off x="6191878" y="1283621"/>
          <a:ext cx="3179790" cy="1269304"/>
        </a:xfrm>
        <a:prstGeom prst="roundRect">
          <a:avLst>
            <a:gd name="adj" fmla="val 10000"/>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a:solidFill>
                <a:schemeClr val="tx1"/>
              </a:solidFill>
            </a:rPr>
            <a:t>Manage whole user base</a:t>
          </a:r>
        </a:p>
      </dsp:txBody>
      <dsp:txXfrm>
        <a:off x="6229055" y="1320798"/>
        <a:ext cx="3105436" cy="1194950"/>
      </dsp:txXfrm>
    </dsp:sp>
    <dsp:sp modelId="{FF955152-0CDB-4FCB-9C57-3039C6FE2072}">
      <dsp:nvSpPr>
        <dsp:cNvPr id="0" name=""/>
        <dsp:cNvSpPr/>
      </dsp:nvSpPr>
      <dsp:spPr>
        <a:xfrm>
          <a:off x="6225875" y="2728747"/>
          <a:ext cx="3084366" cy="1269304"/>
        </a:xfrm>
        <a:prstGeom prst="roundRect">
          <a:avLst>
            <a:gd name="adj" fmla="val 10000"/>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US" sz="1600" kern="1200">
              <a:solidFill>
                <a:schemeClr val="tx1"/>
              </a:solidFill>
            </a:rPr>
            <a:t>Can block or unblock user</a:t>
          </a:r>
        </a:p>
        <a:p>
          <a:pPr marL="0" lvl="0" indent="0" algn="ctr" defTabSz="711200">
            <a:lnSpc>
              <a:spcPct val="90000"/>
            </a:lnSpc>
            <a:spcBef>
              <a:spcPct val="0"/>
            </a:spcBef>
            <a:spcAft>
              <a:spcPct val="35000"/>
            </a:spcAft>
            <a:buNone/>
          </a:pPr>
          <a:r>
            <a:rPr lang="en-US" sz="1600" kern="1200">
              <a:solidFill>
                <a:schemeClr val="tx1"/>
              </a:solidFill>
            </a:rPr>
            <a:t>Website manage </a:t>
          </a:r>
          <a:r>
            <a:rPr lang="en-US" sz="1600" kern="1200" err="1">
              <a:solidFill>
                <a:schemeClr val="tx1"/>
              </a:solidFill>
            </a:rPr>
            <a:t>ment</a:t>
          </a:r>
          <a:endParaRPr lang="en-US" sz="1600" kern="1200">
            <a:solidFill>
              <a:schemeClr val="tx1"/>
            </a:solidFill>
          </a:endParaRPr>
        </a:p>
      </dsp:txBody>
      <dsp:txXfrm>
        <a:off x="6263052" y="2765924"/>
        <a:ext cx="3010012" cy="11949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6D9894-0D6C-4014-BBDC-6C9BA3AA2B3E}">
      <dsp:nvSpPr>
        <dsp:cNvPr id="0" name=""/>
        <dsp:cNvSpPr/>
      </dsp:nvSpPr>
      <dsp:spPr>
        <a:xfrm>
          <a:off x="306984" y="10717"/>
          <a:ext cx="3246616" cy="728910"/>
        </a:xfrm>
        <a:prstGeom prst="roundRect">
          <a:avLst/>
        </a:prstGeom>
        <a:gradFill rotWithShape="0">
          <a:gsLst>
            <a:gs pos="0">
              <a:schemeClr val="accent3">
                <a:hueOff val="0"/>
                <a:satOff val="0"/>
                <a:lumOff val="0"/>
                <a:alphaOff val="0"/>
                <a:tint val="100000"/>
                <a:shade val="100000"/>
                <a:satMod val="129999"/>
              </a:schemeClr>
            </a:gs>
            <a:gs pos="100000">
              <a:schemeClr val="accent3">
                <a:hueOff val="0"/>
                <a:satOff val="0"/>
                <a:lumOff val="0"/>
                <a:alphaOff val="0"/>
                <a:tint val="50000"/>
                <a:shade val="100000"/>
                <a:satMod val="350000"/>
              </a:schemeClr>
            </a:gs>
          </a:gsLst>
          <a:lin ang="16200000" scaled="0"/>
        </a:gradFill>
        <a:ln>
          <a:noFill/>
        </a:ln>
        <a:effectLst>
          <a:outerShdw blurRad="38100" dist="254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             </a:t>
          </a:r>
          <a:r>
            <a:rPr lang="en-US" sz="3000" b="1" kern="1200">
              <a:solidFill>
                <a:schemeClr val="tx1"/>
              </a:solidFill>
            </a:rPr>
            <a:t>USER</a:t>
          </a:r>
        </a:p>
      </dsp:txBody>
      <dsp:txXfrm>
        <a:off x="342566" y="46299"/>
        <a:ext cx="3175452" cy="657746"/>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5" name="Shape 165"/>
          <p:cNvSpPr>
            <a:spLocks noGrp="1" noRot="1" noChangeAspect="1"/>
          </p:cNvSpPr>
          <p:nvPr>
            <p:ph type="sldImg"/>
          </p:nvPr>
        </p:nvSpPr>
        <p:spPr>
          <a:xfrm>
            <a:off x="1143000" y="685800"/>
            <a:ext cx="4572000" cy="3429000"/>
          </a:xfrm>
          <a:prstGeom prst="rect">
            <a:avLst/>
          </a:prstGeom>
        </p:spPr>
        <p:txBody>
          <a:bodyPr/>
          <a:lstStyle/>
          <a:p>
            <a:endParaRPr/>
          </a:p>
        </p:txBody>
      </p:sp>
      <p:sp>
        <p:nvSpPr>
          <p:cNvPr id="166" name="Shape 16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grpSp>
        <p:nvGrpSpPr>
          <p:cNvPr id="32" name="Group 15"/>
          <p:cNvGrpSpPr/>
          <p:nvPr/>
        </p:nvGrpSpPr>
        <p:grpSpPr>
          <a:xfrm>
            <a:off x="-1" y="-8467"/>
            <a:ext cx="12192001" cy="6866468"/>
            <a:chOff x="0" y="0"/>
            <a:chExt cx="12192000" cy="6866467"/>
          </a:xfrm>
        </p:grpSpPr>
        <p:sp>
          <p:nvSpPr>
            <p:cNvPr id="22" name="Freeform 14"/>
            <p:cNvSpPr/>
            <p:nvPr/>
          </p:nvSpPr>
          <p:spPr>
            <a:xfrm>
              <a:off x="-1" y="605"/>
              <a:ext cx="863601" cy="5698067"/>
            </a:xfrm>
            <a:custGeom>
              <a:avLst/>
              <a:gdLst/>
              <a:ahLst/>
              <a:cxnLst>
                <a:cxn ang="0">
                  <a:pos x="wd2" y="hd2"/>
                </a:cxn>
                <a:cxn ang="5400000">
                  <a:pos x="wd2" y="hd2"/>
                </a:cxn>
                <a:cxn ang="10800000">
                  <a:pos x="wd2" y="hd2"/>
                </a:cxn>
                <a:cxn ang="16200000">
                  <a:pos x="wd2" y="hd2"/>
                </a:cxn>
              </a:cxnLst>
              <a:rect l="0" t="0" r="r" b="b"/>
              <a:pathLst>
                <a:path w="21600" h="21600" extrusionOk="0">
                  <a:moveTo>
                    <a:pt x="0" y="32"/>
                  </a:moveTo>
                  <a:lnTo>
                    <a:pt x="21600" y="0"/>
                  </a:lnTo>
                  <a:lnTo>
                    <a:pt x="21600" y="64"/>
                  </a:lnTo>
                  <a:lnTo>
                    <a:pt x="0" y="21600"/>
                  </a:lnTo>
                  <a:lnTo>
                    <a:pt x="0" y="32"/>
                  </a:lnTo>
                  <a:close/>
                </a:path>
              </a:pathLst>
            </a:custGeom>
            <a:solidFill>
              <a:schemeClr val="accent1">
                <a:alpha val="70000"/>
              </a:schemeClr>
            </a:solidFill>
            <a:ln w="12700" cap="flat">
              <a:noFill/>
              <a:miter lim="400000"/>
            </a:ln>
            <a:effectLst/>
          </p:spPr>
          <p:txBody>
            <a:bodyPr wrap="square" lIns="45719" tIns="45719" rIns="45719" bIns="45719" numCol="1" anchor="t">
              <a:noAutofit/>
            </a:bodyPr>
            <a:lstStyle/>
            <a:p>
              <a:endParaRPr/>
            </a:p>
          </p:txBody>
        </p:sp>
        <p:sp>
          <p:nvSpPr>
            <p:cNvPr id="23" name="Straight Connector 18"/>
            <p:cNvSpPr/>
            <p:nvPr/>
          </p:nvSpPr>
          <p:spPr>
            <a:xfrm>
              <a:off x="9371012" y="8466"/>
              <a:ext cx="1219201" cy="6858002"/>
            </a:xfrm>
            <a:prstGeom prst="line">
              <a:avLst/>
            </a:prstGeom>
            <a:noFill/>
            <a:ln w="9525" cap="rnd">
              <a:solidFill>
                <a:schemeClr val="accent1">
                  <a:alpha val="70000"/>
                </a:schemeClr>
              </a:solidFill>
              <a:prstDash val="solid"/>
              <a:round/>
            </a:ln>
            <a:effectLst/>
          </p:spPr>
          <p:txBody>
            <a:bodyPr wrap="square" lIns="45719" tIns="45719" rIns="45719" bIns="45719" numCol="1" anchor="t">
              <a:noAutofit/>
            </a:bodyPr>
            <a:lstStyle/>
            <a:p>
              <a:endParaRPr/>
            </a:p>
          </p:txBody>
        </p:sp>
        <p:sp>
          <p:nvSpPr>
            <p:cNvPr id="24" name="Straight Connector 19"/>
            <p:cNvSpPr/>
            <p:nvPr/>
          </p:nvSpPr>
          <p:spPr>
            <a:xfrm flipH="1">
              <a:off x="7425266" y="3689880"/>
              <a:ext cx="4763559" cy="3176587"/>
            </a:xfrm>
            <a:prstGeom prst="line">
              <a:avLst/>
            </a:prstGeom>
            <a:noFill/>
            <a:ln w="9525" cap="rnd">
              <a:solidFill>
                <a:schemeClr val="accent1">
                  <a:alpha val="70000"/>
                </a:schemeClr>
              </a:solidFill>
              <a:prstDash val="solid"/>
              <a:round/>
            </a:ln>
            <a:effectLst/>
          </p:spPr>
          <p:txBody>
            <a:bodyPr wrap="square" lIns="45719" tIns="45719" rIns="45719" bIns="45719" numCol="1" anchor="t">
              <a:noAutofit/>
            </a:bodyPr>
            <a:lstStyle/>
            <a:p>
              <a:endParaRPr/>
            </a:p>
          </p:txBody>
        </p:sp>
        <p:sp>
          <p:nvSpPr>
            <p:cNvPr id="25" name="Rectangle 23"/>
            <p:cNvSpPr/>
            <p:nvPr/>
          </p:nvSpPr>
          <p:spPr>
            <a:xfrm>
              <a:off x="9181476" y="0"/>
              <a:ext cx="3007349" cy="6866467"/>
            </a:xfrm>
            <a:custGeom>
              <a:avLst/>
              <a:gdLst/>
              <a:ahLst/>
              <a:cxnLst>
                <a:cxn ang="0">
                  <a:pos x="wd2" y="hd2"/>
                </a:cxn>
                <a:cxn ang="5400000">
                  <a:pos x="wd2" y="hd2"/>
                </a:cxn>
                <a:cxn ang="10800000">
                  <a:pos x="wd2" y="hd2"/>
                </a:cxn>
                <a:cxn ang="16200000">
                  <a:pos x="wd2" y="hd2"/>
                </a:cxn>
              </a:cxnLst>
              <a:rect l="0" t="0" r="r" b="b"/>
              <a:pathLst>
                <a:path w="21600" h="21600" extrusionOk="0">
                  <a:moveTo>
                    <a:pt x="14692" y="0"/>
                  </a:moveTo>
                  <a:lnTo>
                    <a:pt x="21600" y="0"/>
                  </a:lnTo>
                  <a:lnTo>
                    <a:pt x="21600" y="21600"/>
                  </a:lnTo>
                  <a:lnTo>
                    <a:pt x="0" y="21600"/>
                  </a:lnTo>
                  <a:lnTo>
                    <a:pt x="14692" y="0"/>
                  </a:lnTo>
                  <a:close/>
                </a:path>
              </a:pathLst>
            </a:custGeom>
            <a:solidFill>
              <a:schemeClr val="accent1">
                <a:alpha val="36000"/>
              </a:schemeClr>
            </a:solidFill>
            <a:ln w="12700" cap="flat">
              <a:noFill/>
              <a:miter lim="400000"/>
            </a:ln>
            <a:effectLst/>
          </p:spPr>
          <p:txBody>
            <a:bodyPr wrap="square" lIns="45719" tIns="45719" rIns="45719" bIns="45719" numCol="1" anchor="t">
              <a:noAutofit/>
            </a:bodyPr>
            <a:lstStyle/>
            <a:p>
              <a:endParaRPr/>
            </a:p>
          </p:txBody>
        </p:sp>
        <p:sp>
          <p:nvSpPr>
            <p:cNvPr id="26" name="Rectangle 25"/>
            <p:cNvSpPr/>
            <p:nvPr/>
          </p:nvSpPr>
          <p:spPr>
            <a:xfrm>
              <a:off x="9603441" y="0"/>
              <a:ext cx="2588559" cy="686646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10092" y="21600"/>
                  </a:lnTo>
                  <a:lnTo>
                    <a:pt x="0" y="0"/>
                  </a:lnTo>
                  <a:close/>
                </a:path>
              </a:pathLst>
            </a:custGeom>
            <a:solidFill>
              <a:schemeClr val="accent1">
                <a:alpha val="20000"/>
              </a:schemeClr>
            </a:solidFill>
            <a:ln w="12700" cap="flat">
              <a:noFill/>
              <a:miter lim="400000"/>
            </a:ln>
            <a:effectLst/>
          </p:spPr>
          <p:txBody>
            <a:bodyPr wrap="square" lIns="45719" tIns="45719" rIns="45719" bIns="45719" numCol="1" anchor="t">
              <a:noAutofit/>
            </a:bodyPr>
            <a:lstStyle/>
            <a:p>
              <a:endParaRPr/>
            </a:p>
          </p:txBody>
        </p:sp>
        <p:sp>
          <p:nvSpPr>
            <p:cNvPr id="27" name="Isosceles Triangle 22"/>
            <p:cNvSpPr/>
            <p:nvPr/>
          </p:nvSpPr>
          <p:spPr>
            <a:xfrm>
              <a:off x="8932333" y="3056466"/>
              <a:ext cx="3259667" cy="38100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21600" y="21600"/>
                  </a:lnTo>
                  <a:close/>
                </a:path>
              </a:pathLst>
            </a:custGeom>
            <a:solidFill>
              <a:srgbClr val="17B0E4">
                <a:alpha val="66000"/>
              </a:srgbClr>
            </a:solidFill>
            <a:ln w="12700" cap="flat">
              <a:noFill/>
              <a:miter lim="400000"/>
            </a:ln>
            <a:effectLst/>
          </p:spPr>
          <p:txBody>
            <a:bodyPr wrap="square" lIns="45719" tIns="45719" rIns="45719" bIns="45719" numCol="1" anchor="t">
              <a:noAutofit/>
            </a:bodyPr>
            <a:lstStyle/>
            <a:p>
              <a:endParaRPr/>
            </a:p>
          </p:txBody>
        </p:sp>
        <p:sp>
          <p:nvSpPr>
            <p:cNvPr id="28" name="Rectangle 27"/>
            <p:cNvSpPr/>
            <p:nvPr/>
          </p:nvSpPr>
          <p:spPr>
            <a:xfrm>
              <a:off x="9334500" y="0"/>
              <a:ext cx="2854326" cy="686646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18697" y="21600"/>
                  </a:lnTo>
                  <a:lnTo>
                    <a:pt x="0" y="0"/>
                  </a:lnTo>
                  <a:close/>
                </a:path>
              </a:pathLst>
            </a:custGeom>
            <a:solidFill>
              <a:srgbClr val="17B0E4">
                <a:alpha val="50000"/>
              </a:srgbClr>
            </a:solidFill>
            <a:ln w="12700" cap="flat">
              <a:noFill/>
              <a:miter lim="400000"/>
            </a:ln>
            <a:effectLst/>
          </p:spPr>
          <p:txBody>
            <a:bodyPr wrap="square" lIns="45719" tIns="45719" rIns="45719" bIns="45719" numCol="1" anchor="t">
              <a:noAutofit/>
            </a:bodyPr>
            <a:lstStyle/>
            <a:p>
              <a:endParaRPr/>
            </a:p>
          </p:txBody>
        </p:sp>
        <p:sp>
          <p:nvSpPr>
            <p:cNvPr id="29" name="Rectangle 28"/>
            <p:cNvSpPr/>
            <p:nvPr/>
          </p:nvSpPr>
          <p:spPr>
            <a:xfrm>
              <a:off x="10898730" y="0"/>
              <a:ext cx="1290095" cy="6866468"/>
            </a:xfrm>
            <a:custGeom>
              <a:avLst/>
              <a:gdLst/>
              <a:ahLst/>
              <a:cxnLst>
                <a:cxn ang="0">
                  <a:pos x="wd2" y="hd2"/>
                </a:cxn>
                <a:cxn ang="5400000">
                  <a:pos x="wd2" y="hd2"/>
                </a:cxn>
                <a:cxn ang="10800000">
                  <a:pos x="wd2" y="hd2"/>
                </a:cxn>
                <a:cxn ang="16200000">
                  <a:pos x="wd2" y="hd2"/>
                </a:cxn>
              </a:cxnLst>
              <a:rect l="0" t="0" r="r" b="b"/>
              <a:pathLst>
                <a:path w="21600" h="21600" extrusionOk="0">
                  <a:moveTo>
                    <a:pt x="17073" y="0"/>
                  </a:moveTo>
                  <a:lnTo>
                    <a:pt x="21600" y="0"/>
                  </a:lnTo>
                  <a:lnTo>
                    <a:pt x="21600" y="21600"/>
                  </a:lnTo>
                  <a:lnTo>
                    <a:pt x="0" y="21600"/>
                  </a:lnTo>
                  <a:lnTo>
                    <a:pt x="17073" y="0"/>
                  </a:lnTo>
                  <a:close/>
                </a:path>
              </a:pathLst>
            </a:custGeom>
            <a:solidFill>
              <a:schemeClr val="accent2">
                <a:alpha val="70000"/>
              </a:schemeClr>
            </a:solidFill>
            <a:ln w="12700" cap="flat">
              <a:noFill/>
              <a:miter lim="400000"/>
            </a:ln>
            <a:effectLst/>
          </p:spPr>
          <p:txBody>
            <a:bodyPr wrap="square" lIns="45719" tIns="45719" rIns="45719" bIns="45719" numCol="1" anchor="t">
              <a:noAutofit/>
            </a:bodyPr>
            <a:lstStyle/>
            <a:p>
              <a:endParaRPr/>
            </a:p>
          </p:txBody>
        </p:sp>
        <p:sp>
          <p:nvSpPr>
            <p:cNvPr id="30" name="Rectangle 29"/>
            <p:cNvSpPr/>
            <p:nvPr/>
          </p:nvSpPr>
          <p:spPr>
            <a:xfrm>
              <a:off x="10938998" y="0"/>
              <a:ext cx="1249826" cy="686646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19173" y="21600"/>
                  </a:lnTo>
                  <a:lnTo>
                    <a:pt x="0" y="0"/>
                  </a:lnTo>
                  <a:close/>
                </a:path>
              </a:pathLst>
            </a:custGeom>
            <a:solidFill>
              <a:srgbClr val="236292">
                <a:alpha val="80000"/>
              </a:srgbClr>
            </a:solidFill>
            <a:ln w="12700" cap="flat">
              <a:noFill/>
              <a:miter lim="400000"/>
            </a:ln>
            <a:effectLst/>
          </p:spPr>
          <p:txBody>
            <a:bodyPr wrap="square" lIns="45719" tIns="45719" rIns="45719" bIns="45719" numCol="1" anchor="t">
              <a:noAutofit/>
            </a:bodyPr>
            <a:lstStyle/>
            <a:p>
              <a:endParaRPr/>
            </a:p>
          </p:txBody>
        </p:sp>
        <p:sp>
          <p:nvSpPr>
            <p:cNvPr id="31" name="Isosceles Triangle 26"/>
            <p:cNvSpPr/>
            <p:nvPr/>
          </p:nvSpPr>
          <p:spPr>
            <a:xfrm>
              <a:off x="10371666" y="3598333"/>
              <a:ext cx="1817160" cy="326813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21600" y="21600"/>
                  </a:lnTo>
                  <a:close/>
                </a:path>
              </a:pathLst>
            </a:custGeom>
            <a:solidFill>
              <a:srgbClr val="17B0E4">
                <a:alpha val="66000"/>
              </a:srgbClr>
            </a:solidFill>
            <a:ln w="12700" cap="flat">
              <a:noFill/>
              <a:miter lim="400000"/>
            </a:ln>
            <a:effectLst/>
          </p:spPr>
          <p:txBody>
            <a:bodyPr wrap="square" lIns="45719" tIns="45719" rIns="45719" bIns="45719" numCol="1" anchor="t">
              <a:noAutofit/>
            </a:bodyPr>
            <a:lstStyle/>
            <a:p>
              <a:endParaRPr/>
            </a:p>
          </p:txBody>
        </p:sp>
      </p:grpSp>
      <p:sp>
        <p:nvSpPr>
          <p:cNvPr id="33" name="Title Text"/>
          <p:cNvSpPr txBox="1">
            <a:spLocks noGrp="1"/>
          </p:cNvSpPr>
          <p:nvPr>
            <p:ph type="title"/>
          </p:nvPr>
        </p:nvSpPr>
        <p:spPr>
          <a:xfrm>
            <a:off x="1507067" y="2404534"/>
            <a:ext cx="7766937" cy="1646303"/>
          </a:xfrm>
          <a:prstGeom prst="rect">
            <a:avLst/>
          </a:prstGeom>
        </p:spPr>
        <p:txBody>
          <a:bodyPr anchor="b"/>
          <a:lstStyle>
            <a:lvl1pPr algn="r">
              <a:defRPr sz="5400"/>
            </a:lvl1pPr>
          </a:lstStyle>
          <a:p>
            <a:r>
              <a:t>Title Text</a:t>
            </a:r>
          </a:p>
        </p:txBody>
      </p:sp>
      <p:sp>
        <p:nvSpPr>
          <p:cNvPr id="34" name="Body Level One…"/>
          <p:cNvSpPr txBox="1">
            <a:spLocks noGrp="1"/>
          </p:cNvSpPr>
          <p:nvPr>
            <p:ph type="body" sz="quarter" idx="1"/>
          </p:nvPr>
        </p:nvSpPr>
        <p:spPr>
          <a:xfrm>
            <a:off x="1507067" y="4050832"/>
            <a:ext cx="7766937" cy="1096901"/>
          </a:xfrm>
          <a:prstGeom prst="rect">
            <a:avLst/>
          </a:prstGeom>
        </p:spPr>
        <p:txBody>
          <a:bodyPr/>
          <a:lstStyle>
            <a:lvl1pPr marL="0" indent="0" algn="r">
              <a:buClrTx/>
              <a:buSzTx/>
              <a:buNone/>
              <a:defRPr>
                <a:solidFill>
                  <a:srgbClr val="808080"/>
                </a:solidFill>
              </a:defRPr>
            </a:lvl1pPr>
            <a:lvl2pPr marL="0" indent="457200" algn="r">
              <a:buClrTx/>
              <a:buSzTx/>
              <a:buNone/>
              <a:defRPr>
                <a:solidFill>
                  <a:srgbClr val="808080"/>
                </a:solidFill>
              </a:defRPr>
            </a:lvl2pPr>
            <a:lvl3pPr marL="0" indent="914400" algn="r">
              <a:buClrTx/>
              <a:buSzTx/>
              <a:buNone/>
              <a:defRPr>
                <a:solidFill>
                  <a:srgbClr val="808080"/>
                </a:solidFill>
              </a:defRPr>
            </a:lvl3pPr>
            <a:lvl4pPr marL="0" indent="1371600" algn="r">
              <a:buClrTx/>
              <a:buSzTx/>
              <a:buNone/>
              <a:defRPr>
                <a:solidFill>
                  <a:srgbClr val="808080"/>
                </a:solidFill>
              </a:defRPr>
            </a:lvl4pPr>
            <a:lvl5pPr marL="0" indent="1828800" algn="r">
              <a:buClrTx/>
              <a:buSzTx/>
              <a:buNone/>
              <a:defRPr>
                <a:solidFill>
                  <a:srgbClr val="808080"/>
                </a:solidFill>
              </a:defRPr>
            </a:lvl5pPr>
          </a:lstStyle>
          <a:p>
            <a:r>
              <a:t>Body Level One</a:t>
            </a:r>
          </a:p>
          <a:p>
            <a:pPr lvl="1"/>
            <a:r>
              <a:t>Body Level Two</a:t>
            </a:r>
          </a:p>
          <a:p>
            <a:pPr lvl="2"/>
            <a:r>
              <a:t>Body Level Three</a:t>
            </a:r>
          </a:p>
          <a:p>
            <a:pPr lvl="3"/>
            <a:r>
              <a:t>Body Level Four</a:t>
            </a:r>
          </a:p>
          <a:p>
            <a:pPr lvl="4"/>
            <a:r>
              <a:t>Body Level Five</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42" name="Title Text"/>
          <p:cNvSpPr txBox="1">
            <a:spLocks noGrp="1"/>
          </p:cNvSpPr>
          <p:nvPr>
            <p:ph type="title"/>
          </p:nvPr>
        </p:nvSpPr>
        <p:spPr>
          <a:xfrm>
            <a:off x="677333" y="609600"/>
            <a:ext cx="8596670" cy="1320800"/>
          </a:xfrm>
          <a:prstGeom prst="rect">
            <a:avLst/>
          </a:prstGeom>
        </p:spPr>
        <p:txBody>
          <a:bodyPr/>
          <a:lstStyle/>
          <a:p>
            <a:r>
              <a:t>Title Text</a:t>
            </a:r>
          </a:p>
        </p:txBody>
      </p:sp>
      <p:sp>
        <p:nvSpPr>
          <p:cNvPr id="43" name="Body Level One…"/>
          <p:cNvSpPr txBox="1">
            <a:spLocks noGrp="1"/>
          </p:cNvSpPr>
          <p:nvPr>
            <p:ph type="body" sz="half" idx="1"/>
          </p:nvPr>
        </p:nvSpPr>
        <p:spPr>
          <a:xfrm>
            <a:off x="677333" y="2160589"/>
            <a:ext cx="8596670" cy="388077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51" name="Title Text"/>
          <p:cNvSpPr txBox="1">
            <a:spLocks noGrp="1"/>
          </p:cNvSpPr>
          <p:nvPr>
            <p:ph type="title"/>
          </p:nvPr>
        </p:nvSpPr>
        <p:spPr>
          <a:xfrm>
            <a:off x="677335" y="2700866"/>
            <a:ext cx="8596669" cy="1826582"/>
          </a:xfrm>
          <a:prstGeom prst="rect">
            <a:avLst/>
          </a:prstGeom>
        </p:spPr>
        <p:txBody>
          <a:bodyPr anchor="b"/>
          <a:lstStyle>
            <a:lvl1pPr>
              <a:defRPr sz="4000"/>
            </a:lvl1pPr>
          </a:lstStyle>
          <a:p>
            <a:r>
              <a:t>Title Text</a:t>
            </a:r>
          </a:p>
        </p:txBody>
      </p:sp>
      <p:sp>
        <p:nvSpPr>
          <p:cNvPr id="52" name="Body Level One…"/>
          <p:cNvSpPr txBox="1">
            <a:spLocks noGrp="1"/>
          </p:cNvSpPr>
          <p:nvPr>
            <p:ph type="body" sz="quarter" idx="1"/>
          </p:nvPr>
        </p:nvSpPr>
        <p:spPr>
          <a:xfrm>
            <a:off x="677335" y="4527448"/>
            <a:ext cx="8596669" cy="860401"/>
          </a:xfrm>
          <a:prstGeom prst="rect">
            <a:avLst/>
          </a:prstGeom>
        </p:spPr>
        <p:txBody>
          <a:bodyPr/>
          <a:lstStyle>
            <a:lvl1pPr marL="0" indent="0">
              <a:buClrTx/>
              <a:buSzTx/>
              <a:buNone/>
              <a:defRPr sz="2000">
                <a:solidFill>
                  <a:srgbClr val="808080"/>
                </a:solidFill>
              </a:defRPr>
            </a:lvl1pPr>
            <a:lvl2pPr marL="0" indent="457200">
              <a:buClrTx/>
              <a:buSzTx/>
              <a:buNone/>
              <a:defRPr sz="2000">
                <a:solidFill>
                  <a:srgbClr val="808080"/>
                </a:solidFill>
              </a:defRPr>
            </a:lvl2pPr>
            <a:lvl3pPr marL="0" indent="914400">
              <a:buClrTx/>
              <a:buSzTx/>
              <a:buNone/>
              <a:defRPr sz="2000">
                <a:solidFill>
                  <a:srgbClr val="808080"/>
                </a:solidFill>
              </a:defRPr>
            </a:lvl3pPr>
            <a:lvl4pPr marL="0" indent="1371600">
              <a:buClrTx/>
              <a:buSzTx/>
              <a:buNone/>
              <a:defRPr sz="2000">
                <a:solidFill>
                  <a:srgbClr val="808080"/>
                </a:solidFill>
              </a:defRPr>
            </a:lvl4pPr>
            <a:lvl5pPr marL="0" indent="1828800">
              <a:buClrTx/>
              <a:buSzTx/>
              <a:buNone/>
              <a:defRPr sz="2000">
                <a:solidFill>
                  <a:srgbClr val="808080"/>
                </a:solidFill>
              </a:defRPr>
            </a:lvl5pPr>
          </a:lstStyle>
          <a:p>
            <a:r>
              <a:t>Body Level One</a:t>
            </a:r>
          </a:p>
          <a:p>
            <a:pPr lvl="1"/>
            <a:r>
              <a:t>Body Level Two</a:t>
            </a:r>
          </a:p>
          <a:p>
            <a:pPr lvl="2"/>
            <a:r>
              <a:t>Body Level Three</a:t>
            </a:r>
          </a:p>
          <a:p>
            <a:pPr lvl="3"/>
            <a:r>
              <a:t>Body Level Four</a:t>
            </a:r>
          </a:p>
          <a:p>
            <a:pPr lvl="4"/>
            <a:r>
              <a:t>Body Level Five</a:t>
            </a: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60" name="Title Text"/>
          <p:cNvSpPr txBox="1">
            <a:spLocks noGrp="1"/>
          </p:cNvSpPr>
          <p:nvPr>
            <p:ph type="title"/>
          </p:nvPr>
        </p:nvSpPr>
        <p:spPr>
          <a:xfrm>
            <a:off x="677333" y="609600"/>
            <a:ext cx="8596670" cy="1320800"/>
          </a:xfrm>
          <a:prstGeom prst="rect">
            <a:avLst/>
          </a:prstGeom>
        </p:spPr>
        <p:txBody>
          <a:bodyPr/>
          <a:lstStyle/>
          <a:p>
            <a:r>
              <a:t>Title Text</a:t>
            </a:r>
          </a:p>
        </p:txBody>
      </p:sp>
      <p:sp>
        <p:nvSpPr>
          <p:cNvPr id="61" name="Body Level One…"/>
          <p:cNvSpPr txBox="1">
            <a:spLocks noGrp="1"/>
          </p:cNvSpPr>
          <p:nvPr>
            <p:ph type="body" sz="quarter" idx="1"/>
          </p:nvPr>
        </p:nvSpPr>
        <p:spPr>
          <a:xfrm>
            <a:off x="677333" y="2160589"/>
            <a:ext cx="4184036" cy="388077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69" name="Title Text"/>
          <p:cNvSpPr txBox="1">
            <a:spLocks noGrp="1"/>
          </p:cNvSpPr>
          <p:nvPr>
            <p:ph type="title"/>
          </p:nvPr>
        </p:nvSpPr>
        <p:spPr>
          <a:xfrm>
            <a:off x="677333" y="609600"/>
            <a:ext cx="8596670" cy="1320800"/>
          </a:xfrm>
          <a:prstGeom prst="rect">
            <a:avLst/>
          </a:prstGeom>
        </p:spPr>
        <p:txBody>
          <a:bodyPr/>
          <a:lstStyle/>
          <a:p>
            <a:r>
              <a:t>Title Text</a:t>
            </a:r>
          </a:p>
        </p:txBody>
      </p:sp>
      <p:sp>
        <p:nvSpPr>
          <p:cNvPr id="70" name="Body Level One…"/>
          <p:cNvSpPr txBox="1">
            <a:spLocks noGrp="1"/>
          </p:cNvSpPr>
          <p:nvPr>
            <p:ph type="body" sz="quarter" idx="1"/>
          </p:nvPr>
        </p:nvSpPr>
        <p:spPr>
          <a:xfrm>
            <a:off x="675744" y="2160983"/>
            <a:ext cx="4185624" cy="576263"/>
          </a:xfrm>
          <a:prstGeom prst="rect">
            <a:avLst/>
          </a:prstGeom>
        </p:spPr>
        <p:txBody>
          <a:bodyPr anchor="b"/>
          <a:lstStyle>
            <a:lvl1pPr marL="0" indent="0">
              <a:buClrTx/>
              <a:buSzTx/>
              <a:buNone/>
              <a:defRPr sz="2400"/>
            </a:lvl1pPr>
            <a:lvl2pPr marL="0" indent="457200">
              <a:buClrTx/>
              <a:buSzTx/>
              <a:buNone/>
              <a:defRPr sz="2400"/>
            </a:lvl2pPr>
            <a:lvl3pPr marL="0" indent="914400">
              <a:buClrTx/>
              <a:buSzTx/>
              <a:buNone/>
              <a:defRPr sz="2400"/>
            </a:lvl3pPr>
            <a:lvl4pPr marL="0" indent="1371600">
              <a:buClrTx/>
              <a:buSzTx/>
              <a:buNone/>
              <a:defRPr sz="2400"/>
            </a:lvl4pPr>
            <a:lvl5pPr marL="0" indent="1828800">
              <a:buClrTx/>
              <a:buSzTx/>
              <a:buNone/>
              <a:defRPr sz="2400"/>
            </a:lvl5pPr>
          </a:lstStyle>
          <a:p>
            <a:r>
              <a:t>Body Level One</a:t>
            </a:r>
          </a:p>
          <a:p>
            <a:pPr lvl="1"/>
            <a:r>
              <a:t>Body Level Two</a:t>
            </a:r>
          </a:p>
          <a:p>
            <a:pPr lvl="2"/>
            <a:r>
              <a:t>Body Level Three</a:t>
            </a:r>
          </a:p>
          <a:p>
            <a:pPr lvl="3"/>
            <a:r>
              <a:t>Body Level Four</a:t>
            </a:r>
          </a:p>
          <a:p>
            <a:pPr lvl="4"/>
            <a:r>
              <a:t>Body Level Five</a:t>
            </a:r>
          </a:p>
        </p:txBody>
      </p:sp>
      <p:sp>
        <p:nvSpPr>
          <p:cNvPr id="71" name="Text Placeholder 4"/>
          <p:cNvSpPr>
            <a:spLocks noGrp="1"/>
          </p:cNvSpPr>
          <p:nvPr>
            <p:ph type="body" sz="quarter" idx="21"/>
          </p:nvPr>
        </p:nvSpPr>
        <p:spPr>
          <a:xfrm>
            <a:off x="5088382" y="2160983"/>
            <a:ext cx="4185619" cy="576263"/>
          </a:xfrm>
          <a:prstGeom prst="rect">
            <a:avLst/>
          </a:prstGeom>
        </p:spPr>
        <p:txBody>
          <a:bodyPr anchor="b"/>
          <a:lstStyle/>
          <a:p>
            <a:pPr marL="0" indent="0">
              <a:buClrTx/>
              <a:buSzTx/>
              <a:buNone/>
              <a:defRPr sz="2400"/>
            </a:pPr>
            <a:endParaRPr/>
          </a:p>
        </p:txBody>
      </p:sp>
      <p:sp>
        <p:nvSpPr>
          <p:cNvPr id="7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79" name="Title Text"/>
          <p:cNvSpPr txBox="1">
            <a:spLocks noGrp="1"/>
          </p:cNvSpPr>
          <p:nvPr>
            <p:ph type="title"/>
          </p:nvPr>
        </p:nvSpPr>
        <p:spPr>
          <a:xfrm>
            <a:off x="677333" y="609600"/>
            <a:ext cx="8596670" cy="1320800"/>
          </a:xfrm>
          <a:prstGeom prst="rect">
            <a:avLst/>
          </a:prstGeom>
        </p:spPr>
        <p:txBody>
          <a:bodyPr/>
          <a:lstStyle/>
          <a:p>
            <a:r>
              <a:t>Title Text</a:t>
            </a:r>
          </a:p>
        </p:txBody>
      </p:sp>
      <p:sp>
        <p:nvSpPr>
          <p:cNvPr id="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8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94" name="Title Text"/>
          <p:cNvSpPr txBox="1">
            <a:spLocks noGrp="1"/>
          </p:cNvSpPr>
          <p:nvPr>
            <p:ph type="title"/>
          </p:nvPr>
        </p:nvSpPr>
        <p:spPr>
          <a:xfrm>
            <a:off x="677333" y="1498603"/>
            <a:ext cx="3854529" cy="1278467"/>
          </a:xfrm>
          <a:prstGeom prst="rect">
            <a:avLst/>
          </a:prstGeom>
        </p:spPr>
        <p:txBody>
          <a:bodyPr anchor="b"/>
          <a:lstStyle>
            <a:lvl1pPr>
              <a:defRPr sz="2000"/>
            </a:lvl1pPr>
          </a:lstStyle>
          <a:p>
            <a:r>
              <a:t>Title Text</a:t>
            </a:r>
          </a:p>
        </p:txBody>
      </p:sp>
      <p:sp>
        <p:nvSpPr>
          <p:cNvPr id="95" name="Body Level One…"/>
          <p:cNvSpPr txBox="1">
            <a:spLocks noGrp="1"/>
          </p:cNvSpPr>
          <p:nvPr>
            <p:ph type="body" sz="half" idx="1"/>
          </p:nvPr>
        </p:nvSpPr>
        <p:spPr>
          <a:xfrm>
            <a:off x="4760460" y="514923"/>
            <a:ext cx="4513543" cy="5526439"/>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96" name="Text Placeholder 3"/>
          <p:cNvSpPr>
            <a:spLocks noGrp="1"/>
          </p:cNvSpPr>
          <p:nvPr>
            <p:ph type="body" sz="quarter" idx="21"/>
          </p:nvPr>
        </p:nvSpPr>
        <p:spPr>
          <a:xfrm>
            <a:off x="677334" y="2777069"/>
            <a:ext cx="3854528" cy="2584450"/>
          </a:xfrm>
          <a:prstGeom prst="rect">
            <a:avLst/>
          </a:prstGeom>
        </p:spPr>
        <p:txBody>
          <a:bodyPr/>
          <a:lstStyle/>
          <a:p>
            <a:pPr marL="0" indent="0">
              <a:buClrTx/>
              <a:buSzTx/>
              <a:buNone/>
              <a:defRPr sz="1400"/>
            </a:pPr>
            <a:endParaRPr/>
          </a:p>
        </p:txBody>
      </p:sp>
      <p:sp>
        <p:nvSpPr>
          <p:cNvPr id="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104" name="Title Text"/>
          <p:cNvSpPr txBox="1">
            <a:spLocks noGrp="1"/>
          </p:cNvSpPr>
          <p:nvPr>
            <p:ph type="title"/>
          </p:nvPr>
        </p:nvSpPr>
        <p:spPr>
          <a:xfrm>
            <a:off x="677333" y="4800600"/>
            <a:ext cx="8596668" cy="566738"/>
          </a:xfrm>
          <a:prstGeom prst="rect">
            <a:avLst/>
          </a:prstGeom>
        </p:spPr>
        <p:txBody>
          <a:bodyPr anchor="b"/>
          <a:lstStyle>
            <a:lvl1pPr>
              <a:defRPr sz="2400"/>
            </a:lvl1pPr>
          </a:lstStyle>
          <a:p>
            <a:r>
              <a:t>Title Text</a:t>
            </a:r>
          </a:p>
        </p:txBody>
      </p:sp>
      <p:sp>
        <p:nvSpPr>
          <p:cNvPr id="105" name="Picture Placeholder 2"/>
          <p:cNvSpPr>
            <a:spLocks noGrp="1"/>
          </p:cNvSpPr>
          <p:nvPr>
            <p:ph type="pic" sz="half" idx="21"/>
          </p:nvPr>
        </p:nvSpPr>
        <p:spPr>
          <a:xfrm>
            <a:off x="677333" y="609600"/>
            <a:ext cx="8596670" cy="3845718"/>
          </a:xfrm>
          <a:prstGeom prst="rect">
            <a:avLst/>
          </a:prstGeom>
        </p:spPr>
        <p:txBody>
          <a:bodyPr lIns="91439" rIns="91439">
            <a:noAutofit/>
          </a:bodyPr>
          <a:lstStyle/>
          <a:p>
            <a:endParaRPr/>
          </a:p>
        </p:txBody>
      </p:sp>
      <p:sp>
        <p:nvSpPr>
          <p:cNvPr id="106" name="Body Level One…"/>
          <p:cNvSpPr txBox="1">
            <a:spLocks noGrp="1"/>
          </p:cNvSpPr>
          <p:nvPr>
            <p:ph type="body" sz="quarter" idx="1"/>
          </p:nvPr>
        </p:nvSpPr>
        <p:spPr>
          <a:xfrm>
            <a:off x="677333" y="5367337"/>
            <a:ext cx="8596668" cy="674025"/>
          </a:xfrm>
          <a:prstGeom prst="rect">
            <a:avLst/>
          </a:prstGeom>
        </p:spPr>
        <p:txBody>
          <a:bodyPr/>
          <a:lstStyle>
            <a:lvl1pPr marL="0" indent="0">
              <a:buClrTx/>
              <a:buSzTx/>
              <a:buNone/>
              <a:defRPr sz="1200"/>
            </a:lvl1pPr>
            <a:lvl2pPr marL="0" indent="457200">
              <a:buClrTx/>
              <a:buSzTx/>
              <a:buNone/>
              <a:defRPr sz="1200"/>
            </a:lvl2pPr>
            <a:lvl3pPr marL="0" indent="914400">
              <a:buClrTx/>
              <a:buSzTx/>
              <a:buNone/>
              <a:defRPr sz="1200"/>
            </a:lvl3pPr>
            <a:lvl4pPr marL="0" indent="1371600">
              <a:buClrTx/>
              <a:buSzTx/>
              <a:buNone/>
              <a:defRPr sz="1200"/>
            </a:lvl4pPr>
            <a:lvl5pPr marL="0" indent="1828800">
              <a:buClrTx/>
              <a:buSzTx/>
              <a:buNone/>
              <a:defRPr sz="1200"/>
            </a:lvl5pPr>
          </a:lstStyle>
          <a:p>
            <a:r>
              <a:t>Body Level One</a:t>
            </a:r>
          </a:p>
          <a:p>
            <a:pPr lvl="1"/>
            <a:r>
              <a:t>Body Level Two</a:t>
            </a:r>
          </a:p>
          <a:p>
            <a:pPr lvl="2"/>
            <a:r>
              <a:t>Body Level Three</a:t>
            </a:r>
          </a:p>
          <a:p>
            <a:pPr lvl="3"/>
            <a:r>
              <a:t>Body Level Four</a:t>
            </a:r>
          </a:p>
          <a:p>
            <a:pPr lvl="4"/>
            <a:r>
              <a:t>Body Level Five</a:t>
            </a:r>
          </a:p>
        </p:txBody>
      </p:sp>
      <p:sp>
        <p:nvSpPr>
          <p:cNvPr id="10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and Caption">
    <p:spTree>
      <p:nvGrpSpPr>
        <p:cNvPr id="1" name=""/>
        <p:cNvGrpSpPr/>
        <p:nvPr/>
      </p:nvGrpSpPr>
      <p:grpSpPr>
        <a:xfrm>
          <a:off x="0" y="0"/>
          <a:ext cx="0" cy="0"/>
          <a:chOff x="0" y="0"/>
          <a:chExt cx="0" cy="0"/>
        </a:xfrm>
      </p:grpSpPr>
      <p:sp>
        <p:nvSpPr>
          <p:cNvPr id="114" name="Title Text"/>
          <p:cNvSpPr txBox="1">
            <a:spLocks noGrp="1"/>
          </p:cNvSpPr>
          <p:nvPr>
            <p:ph type="title"/>
          </p:nvPr>
        </p:nvSpPr>
        <p:spPr>
          <a:xfrm>
            <a:off x="677335" y="609600"/>
            <a:ext cx="8596669" cy="3403600"/>
          </a:xfrm>
          <a:prstGeom prst="rect">
            <a:avLst/>
          </a:prstGeom>
        </p:spPr>
        <p:txBody>
          <a:bodyPr anchor="ctr"/>
          <a:lstStyle>
            <a:lvl1pPr>
              <a:defRPr sz="4400"/>
            </a:lvl1pPr>
          </a:lstStyle>
          <a:p>
            <a:r>
              <a:t>Title Text</a:t>
            </a:r>
          </a:p>
        </p:txBody>
      </p:sp>
      <p:sp>
        <p:nvSpPr>
          <p:cNvPr id="115" name="Body Level One…"/>
          <p:cNvSpPr txBox="1">
            <a:spLocks noGrp="1"/>
          </p:cNvSpPr>
          <p:nvPr>
            <p:ph type="body" sz="quarter" idx="1"/>
          </p:nvPr>
        </p:nvSpPr>
        <p:spPr>
          <a:xfrm>
            <a:off x="677335" y="4470400"/>
            <a:ext cx="8596669" cy="1570962"/>
          </a:xfrm>
          <a:prstGeom prst="rect">
            <a:avLst/>
          </a:prstGeom>
        </p:spPr>
        <p:txBody>
          <a:bodyPr anchor="ctr"/>
          <a:lstStyle>
            <a:lvl1pPr marL="0" indent="0">
              <a:buClrTx/>
              <a:buSzTx/>
              <a:buNone/>
            </a:lvl1pPr>
            <a:lvl2pPr marL="0" indent="457200">
              <a:buClrTx/>
              <a:buSzTx/>
              <a:buNone/>
            </a:lvl2pPr>
            <a:lvl3pPr marL="0" indent="914400">
              <a:buClrTx/>
              <a:buSzTx/>
              <a:buNone/>
            </a:lvl3pPr>
            <a:lvl4pPr marL="0" indent="1371600">
              <a:buClrTx/>
              <a:buSzTx/>
              <a:buNone/>
            </a:lvl4pPr>
            <a:lvl5pPr marL="0" indent="1828800">
              <a:buClrTx/>
              <a:buSzTx/>
              <a:buNone/>
            </a:lvl5pPr>
          </a:lstStyle>
          <a:p>
            <a:r>
              <a:t>Body Level One</a:t>
            </a:r>
          </a:p>
          <a:p>
            <a:pPr lvl="1"/>
            <a:r>
              <a:t>Body Level Two</a:t>
            </a:r>
          </a:p>
          <a:p>
            <a:pPr lvl="2"/>
            <a:r>
              <a:t>Body Level Three</a:t>
            </a:r>
          </a:p>
          <a:p>
            <a:pPr lvl="3"/>
            <a:r>
              <a:t>Body Level Four</a:t>
            </a:r>
          </a:p>
          <a:p>
            <a:pPr lvl="4"/>
            <a:r>
              <a:t>Body Level Five</a:t>
            </a:r>
          </a:p>
        </p:txBody>
      </p:sp>
      <p:sp>
        <p:nvSpPr>
          <p:cNvPr id="11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Quote with Caption">
    <p:spTree>
      <p:nvGrpSpPr>
        <p:cNvPr id="1" name=""/>
        <p:cNvGrpSpPr/>
        <p:nvPr/>
      </p:nvGrpSpPr>
      <p:grpSpPr>
        <a:xfrm>
          <a:off x="0" y="0"/>
          <a:ext cx="0" cy="0"/>
          <a:chOff x="0" y="0"/>
          <a:chExt cx="0" cy="0"/>
        </a:xfrm>
      </p:grpSpPr>
      <p:sp>
        <p:nvSpPr>
          <p:cNvPr id="123" name="Title Text"/>
          <p:cNvSpPr txBox="1">
            <a:spLocks noGrp="1"/>
          </p:cNvSpPr>
          <p:nvPr>
            <p:ph type="title"/>
          </p:nvPr>
        </p:nvSpPr>
        <p:spPr>
          <a:xfrm>
            <a:off x="931334" y="609600"/>
            <a:ext cx="8094134" cy="3022600"/>
          </a:xfrm>
          <a:prstGeom prst="rect">
            <a:avLst/>
          </a:prstGeom>
        </p:spPr>
        <p:txBody>
          <a:bodyPr anchor="ctr"/>
          <a:lstStyle>
            <a:lvl1pPr>
              <a:defRPr sz="4400"/>
            </a:lvl1pPr>
          </a:lstStyle>
          <a:p>
            <a:r>
              <a:t>Title Text</a:t>
            </a:r>
          </a:p>
        </p:txBody>
      </p:sp>
      <p:sp>
        <p:nvSpPr>
          <p:cNvPr id="124" name="Body Level One…"/>
          <p:cNvSpPr txBox="1">
            <a:spLocks noGrp="1"/>
          </p:cNvSpPr>
          <p:nvPr>
            <p:ph type="body" sz="quarter" idx="1"/>
          </p:nvPr>
        </p:nvSpPr>
        <p:spPr>
          <a:xfrm>
            <a:off x="1366138" y="3632200"/>
            <a:ext cx="7224526" cy="381000"/>
          </a:xfrm>
          <a:prstGeom prst="rect">
            <a:avLst/>
          </a:prstGeom>
        </p:spPr>
        <p:txBody>
          <a:bodyPr anchor="ctr"/>
          <a:lstStyle>
            <a:lvl1pPr marL="0" indent="0">
              <a:buClrTx/>
              <a:buSzTx/>
              <a:buNone/>
              <a:defRPr sz="1600">
                <a:solidFill>
                  <a:srgbClr val="808080"/>
                </a:solidFill>
              </a:defRPr>
            </a:lvl1pPr>
            <a:lvl2pPr marL="0" indent="457200">
              <a:buClrTx/>
              <a:buSzTx/>
              <a:buNone/>
              <a:defRPr sz="1600">
                <a:solidFill>
                  <a:srgbClr val="808080"/>
                </a:solidFill>
              </a:defRPr>
            </a:lvl2pPr>
            <a:lvl3pPr marL="0" indent="914400">
              <a:buClrTx/>
              <a:buSzTx/>
              <a:buNone/>
              <a:defRPr sz="1600">
                <a:solidFill>
                  <a:srgbClr val="808080"/>
                </a:solidFill>
              </a:defRPr>
            </a:lvl3pPr>
            <a:lvl4pPr marL="0" indent="1371600">
              <a:buClrTx/>
              <a:buSzTx/>
              <a:buNone/>
              <a:defRPr sz="1600">
                <a:solidFill>
                  <a:srgbClr val="808080"/>
                </a:solidFill>
              </a:defRPr>
            </a:lvl4pPr>
            <a:lvl5pPr marL="0" indent="1828800">
              <a:buClrTx/>
              <a:buSzTx/>
              <a:buNone/>
              <a:defRPr sz="1600">
                <a:solidFill>
                  <a:srgbClr val="808080"/>
                </a:solidFill>
              </a:defRPr>
            </a:lvl5pPr>
          </a:lstStyle>
          <a:p>
            <a:r>
              <a:t>Body Level One</a:t>
            </a:r>
          </a:p>
          <a:p>
            <a:pPr lvl="1"/>
            <a:r>
              <a:t>Body Level Two</a:t>
            </a:r>
          </a:p>
          <a:p>
            <a:pPr lvl="2"/>
            <a:r>
              <a:t>Body Level Three</a:t>
            </a:r>
          </a:p>
          <a:p>
            <a:pPr lvl="3"/>
            <a:r>
              <a:t>Body Level Four</a:t>
            </a:r>
          </a:p>
          <a:p>
            <a:pPr lvl="4"/>
            <a:r>
              <a:t>Body Level Five</a:t>
            </a:r>
          </a:p>
        </p:txBody>
      </p:sp>
      <p:sp>
        <p:nvSpPr>
          <p:cNvPr id="125" name="Text Placeholder 2"/>
          <p:cNvSpPr>
            <a:spLocks noGrp="1"/>
          </p:cNvSpPr>
          <p:nvPr>
            <p:ph type="body" sz="quarter" idx="21"/>
          </p:nvPr>
        </p:nvSpPr>
        <p:spPr>
          <a:xfrm>
            <a:off x="677334" y="4470400"/>
            <a:ext cx="8596670" cy="1570963"/>
          </a:xfrm>
          <a:prstGeom prst="rect">
            <a:avLst/>
          </a:prstGeom>
        </p:spPr>
        <p:txBody>
          <a:bodyPr anchor="ctr"/>
          <a:lstStyle/>
          <a:p>
            <a:pPr marL="0" indent="0">
              <a:buClrTx/>
              <a:buSzTx/>
              <a:buNone/>
            </a:pPr>
            <a:endParaRPr/>
          </a:p>
        </p:txBody>
      </p:sp>
      <p:sp>
        <p:nvSpPr>
          <p:cNvPr id="126" name="TextBox 23"/>
          <p:cNvSpPr txBox="1"/>
          <p:nvPr/>
        </p:nvSpPr>
        <p:spPr>
          <a:xfrm>
            <a:off x="587589" y="469465"/>
            <a:ext cx="518161" cy="12266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ctr">
            <a:spAutoFit/>
          </a:bodyPr>
          <a:lstStyle>
            <a:lvl1pPr>
              <a:defRPr sz="8000">
                <a:solidFill>
                  <a:srgbClr val="9FE0F5"/>
                </a:solidFill>
                <a:latin typeface="Arial"/>
                <a:ea typeface="Arial"/>
                <a:cs typeface="Arial"/>
                <a:sym typeface="Arial"/>
              </a:defRPr>
            </a:lvl1pPr>
          </a:lstStyle>
          <a:p>
            <a:r>
              <a:t>“</a:t>
            </a:r>
          </a:p>
        </p:txBody>
      </p:sp>
      <p:sp>
        <p:nvSpPr>
          <p:cNvPr id="127" name="TextBox 24"/>
          <p:cNvSpPr txBox="1"/>
          <p:nvPr/>
        </p:nvSpPr>
        <p:spPr>
          <a:xfrm>
            <a:off x="8938730" y="2565643"/>
            <a:ext cx="518161" cy="12266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ctr">
            <a:spAutoFit/>
          </a:bodyPr>
          <a:lstStyle>
            <a:lvl1pPr>
              <a:defRPr sz="8000">
                <a:solidFill>
                  <a:srgbClr val="9FE0F5"/>
                </a:solidFill>
                <a:latin typeface="Arial"/>
                <a:ea typeface="Arial"/>
                <a:cs typeface="Arial"/>
                <a:sym typeface="Arial"/>
              </a:defRPr>
            </a:lvl1pPr>
          </a:lstStyle>
          <a:p>
            <a:r>
              <a:t>”</a:t>
            </a: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Name Card">
    <p:spTree>
      <p:nvGrpSpPr>
        <p:cNvPr id="1" name=""/>
        <p:cNvGrpSpPr/>
        <p:nvPr/>
      </p:nvGrpSpPr>
      <p:grpSpPr>
        <a:xfrm>
          <a:off x="0" y="0"/>
          <a:ext cx="0" cy="0"/>
          <a:chOff x="0" y="0"/>
          <a:chExt cx="0" cy="0"/>
        </a:xfrm>
      </p:grpSpPr>
      <p:sp>
        <p:nvSpPr>
          <p:cNvPr id="135" name="Title Text"/>
          <p:cNvSpPr txBox="1">
            <a:spLocks noGrp="1"/>
          </p:cNvSpPr>
          <p:nvPr>
            <p:ph type="title"/>
          </p:nvPr>
        </p:nvSpPr>
        <p:spPr>
          <a:xfrm>
            <a:off x="677335" y="1931988"/>
            <a:ext cx="8596669" cy="2595461"/>
          </a:xfrm>
          <a:prstGeom prst="rect">
            <a:avLst/>
          </a:prstGeom>
        </p:spPr>
        <p:txBody>
          <a:bodyPr anchor="b"/>
          <a:lstStyle>
            <a:lvl1pPr>
              <a:defRPr sz="4400"/>
            </a:lvl1pPr>
          </a:lstStyle>
          <a:p>
            <a:r>
              <a:t>Title Text</a:t>
            </a:r>
          </a:p>
        </p:txBody>
      </p:sp>
      <p:sp>
        <p:nvSpPr>
          <p:cNvPr id="136" name="Body Level One…"/>
          <p:cNvSpPr txBox="1">
            <a:spLocks noGrp="1"/>
          </p:cNvSpPr>
          <p:nvPr>
            <p:ph type="body" sz="quarter" idx="1"/>
          </p:nvPr>
        </p:nvSpPr>
        <p:spPr>
          <a:xfrm>
            <a:off x="677335" y="4527448"/>
            <a:ext cx="8596669" cy="1513915"/>
          </a:xfrm>
          <a:prstGeom prst="rect">
            <a:avLst/>
          </a:prstGeom>
        </p:spPr>
        <p:txBody>
          <a:bodyPr/>
          <a:lstStyle>
            <a:lvl1pPr marL="0" indent="0">
              <a:buClrTx/>
              <a:buSzTx/>
              <a:buNone/>
            </a:lvl1pPr>
            <a:lvl2pPr marL="0" indent="457200">
              <a:buClrTx/>
              <a:buSzTx/>
              <a:buNone/>
            </a:lvl2pPr>
            <a:lvl3pPr marL="0" indent="914400">
              <a:buClrTx/>
              <a:buSzTx/>
              <a:buNone/>
            </a:lvl3pPr>
            <a:lvl4pPr marL="0" indent="1371600">
              <a:buClrTx/>
              <a:buSzTx/>
              <a:buNone/>
            </a:lvl4pPr>
            <a:lvl5pPr marL="0" indent="1828800">
              <a:buClrTx/>
              <a:buSzTx/>
              <a:buNone/>
            </a:lvl5pPr>
          </a:lstStyle>
          <a:p>
            <a:r>
              <a:t>Body Level One</a:t>
            </a:r>
          </a:p>
          <a:p>
            <a:pPr lvl="1"/>
            <a:r>
              <a:t>Body Level Two</a:t>
            </a:r>
          </a:p>
          <a:p>
            <a:pPr lvl="2"/>
            <a:r>
              <a:t>Body Level Three</a:t>
            </a:r>
          </a:p>
          <a:p>
            <a:pPr lvl="3"/>
            <a:r>
              <a:t>Body Level Four</a:t>
            </a:r>
          </a:p>
          <a:p>
            <a:pPr lvl="4"/>
            <a:r>
              <a:t>Body Level Five</a:t>
            </a: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Quote Name Card">
    <p:spTree>
      <p:nvGrpSpPr>
        <p:cNvPr id="1" name=""/>
        <p:cNvGrpSpPr/>
        <p:nvPr/>
      </p:nvGrpSpPr>
      <p:grpSpPr>
        <a:xfrm>
          <a:off x="0" y="0"/>
          <a:ext cx="0" cy="0"/>
          <a:chOff x="0" y="0"/>
          <a:chExt cx="0" cy="0"/>
        </a:xfrm>
      </p:grpSpPr>
      <p:sp>
        <p:nvSpPr>
          <p:cNvPr id="144" name="Title Text"/>
          <p:cNvSpPr txBox="1">
            <a:spLocks noGrp="1"/>
          </p:cNvSpPr>
          <p:nvPr>
            <p:ph type="title"/>
          </p:nvPr>
        </p:nvSpPr>
        <p:spPr>
          <a:xfrm>
            <a:off x="931334" y="609600"/>
            <a:ext cx="8094134" cy="3022600"/>
          </a:xfrm>
          <a:prstGeom prst="rect">
            <a:avLst/>
          </a:prstGeom>
        </p:spPr>
        <p:txBody>
          <a:bodyPr anchor="ctr"/>
          <a:lstStyle>
            <a:lvl1pPr>
              <a:defRPr sz="4400"/>
            </a:lvl1pPr>
          </a:lstStyle>
          <a:p>
            <a:r>
              <a:t>Title Text</a:t>
            </a:r>
          </a:p>
        </p:txBody>
      </p:sp>
      <p:sp>
        <p:nvSpPr>
          <p:cNvPr id="145" name="Body Level One…"/>
          <p:cNvSpPr txBox="1">
            <a:spLocks noGrp="1"/>
          </p:cNvSpPr>
          <p:nvPr>
            <p:ph type="body" sz="quarter" idx="1"/>
          </p:nvPr>
        </p:nvSpPr>
        <p:spPr>
          <a:xfrm>
            <a:off x="677332" y="4013200"/>
            <a:ext cx="8596670" cy="514249"/>
          </a:xfrm>
          <a:prstGeom prst="rect">
            <a:avLst/>
          </a:prstGeom>
        </p:spPr>
        <p:txBody>
          <a:bodyPr anchor="b"/>
          <a:lstStyle>
            <a:lvl1pPr marL="0" indent="0">
              <a:buClrTx/>
              <a:buSzTx/>
              <a:buNone/>
              <a:defRPr sz="2400"/>
            </a:lvl1pPr>
            <a:lvl2pPr marL="0" indent="457200">
              <a:buClrTx/>
              <a:buSzTx/>
              <a:buNone/>
              <a:defRPr sz="2400"/>
            </a:lvl2pPr>
            <a:lvl3pPr marL="0" indent="914400">
              <a:buClrTx/>
              <a:buSzTx/>
              <a:buNone/>
              <a:defRPr sz="2400"/>
            </a:lvl3pPr>
            <a:lvl4pPr marL="0" indent="1371600">
              <a:buClrTx/>
              <a:buSzTx/>
              <a:buNone/>
              <a:defRPr sz="2400"/>
            </a:lvl4pPr>
            <a:lvl5pPr marL="0" indent="1828800">
              <a:buClrTx/>
              <a:buSzTx/>
              <a:buNone/>
              <a:defRPr sz="2400"/>
            </a:lvl5pPr>
          </a:lstStyle>
          <a:p>
            <a:r>
              <a:t>Body Level One</a:t>
            </a:r>
          </a:p>
          <a:p>
            <a:pPr lvl="1"/>
            <a:r>
              <a:t>Body Level Two</a:t>
            </a:r>
          </a:p>
          <a:p>
            <a:pPr lvl="2"/>
            <a:r>
              <a:t>Body Level Three</a:t>
            </a:r>
          </a:p>
          <a:p>
            <a:pPr lvl="3"/>
            <a:r>
              <a:t>Body Level Four</a:t>
            </a:r>
          </a:p>
          <a:p>
            <a:pPr lvl="4"/>
            <a:r>
              <a:t>Body Level Five</a:t>
            </a:r>
          </a:p>
        </p:txBody>
      </p:sp>
      <p:sp>
        <p:nvSpPr>
          <p:cNvPr id="146" name="Text Placeholder 2"/>
          <p:cNvSpPr>
            <a:spLocks noGrp="1"/>
          </p:cNvSpPr>
          <p:nvPr>
            <p:ph type="body" sz="quarter" idx="21"/>
          </p:nvPr>
        </p:nvSpPr>
        <p:spPr>
          <a:xfrm>
            <a:off x="677334" y="4527448"/>
            <a:ext cx="8596670" cy="1513915"/>
          </a:xfrm>
          <a:prstGeom prst="rect">
            <a:avLst/>
          </a:prstGeom>
        </p:spPr>
        <p:txBody>
          <a:bodyPr/>
          <a:lstStyle/>
          <a:p>
            <a:pPr marL="0" indent="0">
              <a:buClrTx/>
              <a:buSzTx/>
              <a:buNone/>
              <a:defRPr>
                <a:solidFill>
                  <a:srgbClr val="808080"/>
                </a:solidFill>
              </a:defRPr>
            </a:pPr>
            <a:endParaRPr/>
          </a:p>
        </p:txBody>
      </p:sp>
      <p:sp>
        <p:nvSpPr>
          <p:cNvPr id="147" name="TextBox 23"/>
          <p:cNvSpPr txBox="1"/>
          <p:nvPr/>
        </p:nvSpPr>
        <p:spPr>
          <a:xfrm>
            <a:off x="587589" y="469465"/>
            <a:ext cx="518161" cy="12266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ctr">
            <a:spAutoFit/>
          </a:bodyPr>
          <a:lstStyle>
            <a:lvl1pPr>
              <a:defRPr sz="8000">
                <a:solidFill>
                  <a:srgbClr val="9FE0F5"/>
                </a:solidFill>
                <a:latin typeface="Arial"/>
                <a:ea typeface="Arial"/>
                <a:cs typeface="Arial"/>
                <a:sym typeface="Arial"/>
              </a:defRPr>
            </a:lvl1pPr>
          </a:lstStyle>
          <a:p>
            <a:r>
              <a:t>“</a:t>
            </a:r>
          </a:p>
        </p:txBody>
      </p:sp>
      <p:sp>
        <p:nvSpPr>
          <p:cNvPr id="148" name="TextBox 24"/>
          <p:cNvSpPr txBox="1"/>
          <p:nvPr/>
        </p:nvSpPr>
        <p:spPr>
          <a:xfrm>
            <a:off x="8938730" y="2565643"/>
            <a:ext cx="518161" cy="12266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ctr">
            <a:spAutoFit/>
          </a:bodyPr>
          <a:lstStyle>
            <a:lvl1pPr>
              <a:defRPr sz="8000">
                <a:solidFill>
                  <a:srgbClr val="9FE0F5"/>
                </a:solidFill>
                <a:latin typeface="Arial"/>
                <a:ea typeface="Arial"/>
                <a:cs typeface="Arial"/>
                <a:sym typeface="Arial"/>
              </a:defRPr>
            </a:lvl1pPr>
          </a:lstStyle>
          <a:p>
            <a:r>
              <a:t>”</a:t>
            </a:r>
          </a:p>
        </p:txBody>
      </p:sp>
      <p:sp>
        <p:nvSpPr>
          <p:cNvPr id="1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rue or False">
    <p:spTree>
      <p:nvGrpSpPr>
        <p:cNvPr id="1" name=""/>
        <p:cNvGrpSpPr/>
        <p:nvPr/>
      </p:nvGrpSpPr>
      <p:grpSpPr>
        <a:xfrm>
          <a:off x="0" y="0"/>
          <a:ext cx="0" cy="0"/>
          <a:chOff x="0" y="0"/>
          <a:chExt cx="0" cy="0"/>
        </a:xfrm>
      </p:grpSpPr>
      <p:sp>
        <p:nvSpPr>
          <p:cNvPr id="156" name="Title Text"/>
          <p:cNvSpPr txBox="1">
            <a:spLocks noGrp="1"/>
          </p:cNvSpPr>
          <p:nvPr>
            <p:ph type="title"/>
          </p:nvPr>
        </p:nvSpPr>
        <p:spPr>
          <a:xfrm>
            <a:off x="685798" y="609600"/>
            <a:ext cx="8588204" cy="3022600"/>
          </a:xfrm>
          <a:prstGeom prst="rect">
            <a:avLst/>
          </a:prstGeom>
        </p:spPr>
        <p:txBody>
          <a:bodyPr anchor="ctr"/>
          <a:lstStyle>
            <a:lvl1pPr>
              <a:defRPr sz="4400"/>
            </a:lvl1pPr>
          </a:lstStyle>
          <a:p>
            <a:r>
              <a:t>Title Text</a:t>
            </a:r>
          </a:p>
        </p:txBody>
      </p:sp>
      <p:sp>
        <p:nvSpPr>
          <p:cNvPr id="157" name="Body Level One…"/>
          <p:cNvSpPr txBox="1">
            <a:spLocks noGrp="1"/>
          </p:cNvSpPr>
          <p:nvPr>
            <p:ph type="body" sz="quarter" idx="1"/>
          </p:nvPr>
        </p:nvSpPr>
        <p:spPr>
          <a:xfrm>
            <a:off x="677332" y="4013200"/>
            <a:ext cx="8596670" cy="514249"/>
          </a:xfrm>
          <a:prstGeom prst="rect">
            <a:avLst/>
          </a:prstGeom>
        </p:spPr>
        <p:txBody>
          <a:bodyPr anchor="b"/>
          <a:lstStyle>
            <a:lvl1pPr marL="0" indent="0">
              <a:buClrTx/>
              <a:buSzTx/>
              <a:buNone/>
              <a:defRPr sz="2400">
                <a:solidFill>
                  <a:schemeClr val="accent1"/>
                </a:solidFill>
              </a:defRPr>
            </a:lvl1pPr>
            <a:lvl2pPr marL="0" indent="457200">
              <a:buClrTx/>
              <a:buSzTx/>
              <a:buNone/>
              <a:defRPr sz="2400">
                <a:solidFill>
                  <a:schemeClr val="accent1"/>
                </a:solidFill>
              </a:defRPr>
            </a:lvl2pPr>
            <a:lvl3pPr marL="0" indent="914400">
              <a:buClrTx/>
              <a:buSzTx/>
              <a:buNone/>
              <a:defRPr sz="2400">
                <a:solidFill>
                  <a:schemeClr val="accent1"/>
                </a:solidFill>
              </a:defRPr>
            </a:lvl3pPr>
            <a:lvl4pPr marL="0" indent="1371600">
              <a:buClrTx/>
              <a:buSzTx/>
              <a:buNone/>
              <a:defRPr sz="2400">
                <a:solidFill>
                  <a:schemeClr val="accent1"/>
                </a:solidFill>
              </a:defRPr>
            </a:lvl4pPr>
            <a:lvl5pPr marL="0" indent="1828800">
              <a:buClrTx/>
              <a:buSzTx/>
              <a:buNone/>
              <a:defRPr sz="2400">
                <a:solidFill>
                  <a:schemeClr val="accent1"/>
                </a:solidFill>
              </a:defRPr>
            </a:lvl5pPr>
          </a:lstStyle>
          <a:p>
            <a:r>
              <a:t>Body Level One</a:t>
            </a:r>
          </a:p>
          <a:p>
            <a:pPr lvl="1"/>
            <a:r>
              <a:t>Body Level Two</a:t>
            </a:r>
          </a:p>
          <a:p>
            <a:pPr lvl="2"/>
            <a:r>
              <a:t>Body Level Three</a:t>
            </a:r>
          </a:p>
          <a:p>
            <a:pPr lvl="3"/>
            <a:r>
              <a:t>Body Level Four</a:t>
            </a:r>
          </a:p>
          <a:p>
            <a:pPr lvl="4"/>
            <a:r>
              <a:t>Body Level Five</a:t>
            </a:r>
          </a:p>
        </p:txBody>
      </p:sp>
      <p:sp>
        <p:nvSpPr>
          <p:cNvPr id="158" name="Text Placeholder 2"/>
          <p:cNvSpPr>
            <a:spLocks noGrp="1"/>
          </p:cNvSpPr>
          <p:nvPr>
            <p:ph type="body" sz="quarter" idx="21"/>
          </p:nvPr>
        </p:nvSpPr>
        <p:spPr>
          <a:xfrm>
            <a:off x="677334" y="4527448"/>
            <a:ext cx="8596670" cy="1513915"/>
          </a:xfrm>
          <a:prstGeom prst="rect">
            <a:avLst/>
          </a:prstGeom>
        </p:spPr>
        <p:txBody>
          <a:bodyPr/>
          <a:lstStyle/>
          <a:p>
            <a:pPr marL="0" indent="0">
              <a:buClrTx/>
              <a:buSzTx/>
              <a:buNone/>
              <a:defRPr>
                <a:solidFill>
                  <a:srgbClr val="808080"/>
                </a:solidFill>
              </a:defRPr>
            </a:pPr>
            <a:endParaRPr/>
          </a:p>
        </p:txBody>
      </p:sp>
      <p:sp>
        <p:nvSpPr>
          <p:cNvPr id="15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2" name="Group 43"/>
          <p:cNvGrpSpPr/>
          <p:nvPr/>
        </p:nvGrpSpPr>
        <p:grpSpPr>
          <a:xfrm>
            <a:off x="-1" y="-8467"/>
            <a:ext cx="12192001" cy="6866468"/>
            <a:chOff x="0" y="0"/>
            <a:chExt cx="12192000" cy="6866467"/>
          </a:xfrm>
        </p:grpSpPr>
        <p:sp>
          <p:nvSpPr>
            <p:cNvPr id="2" name="Straight Connector 19"/>
            <p:cNvSpPr/>
            <p:nvPr/>
          </p:nvSpPr>
          <p:spPr>
            <a:xfrm>
              <a:off x="9371012" y="8466"/>
              <a:ext cx="1219201" cy="6858002"/>
            </a:xfrm>
            <a:prstGeom prst="line">
              <a:avLst/>
            </a:prstGeom>
            <a:noFill/>
            <a:ln w="9525" cap="rnd">
              <a:solidFill>
                <a:schemeClr val="accent1">
                  <a:alpha val="70000"/>
                </a:schemeClr>
              </a:solidFill>
              <a:prstDash val="solid"/>
              <a:round/>
            </a:ln>
            <a:effectLst/>
          </p:spPr>
          <p:txBody>
            <a:bodyPr wrap="square" lIns="45719" tIns="45719" rIns="45719" bIns="45719" numCol="1" anchor="t">
              <a:noAutofit/>
            </a:bodyPr>
            <a:lstStyle/>
            <a:p>
              <a:endParaRPr/>
            </a:p>
          </p:txBody>
        </p:sp>
        <p:sp>
          <p:nvSpPr>
            <p:cNvPr id="3" name="Straight Connector 20"/>
            <p:cNvSpPr/>
            <p:nvPr/>
          </p:nvSpPr>
          <p:spPr>
            <a:xfrm flipH="1">
              <a:off x="7425266" y="3689880"/>
              <a:ext cx="4763559" cy="3176587"/>
            </a:xfrm>
            <a:prstGeom prst="line">
              <a:avLst/>
            </a:prstGeom>
            <a:noFill/>
            <a:ln w="9525" cap="rnd">
              <a:solidFill>
                <a:schemeClr val="accent1">
                  <a:alpha val="70000"/>
                </a:schemeClr>
              </a:solidFill>
              <a:prstDash val="solid"/>
              <a:round/>
            </a:ln>
            <a:effectLst/>
          </p:spPr>
          <p:txBody>
            <a:bodyPr wrap="square" lIns="45719" tIns="45719" rIns="45719" bIns="45719" numCol="1" anchor="t">
              <a:noAutofit/>
            </a:bodyPr>
            <a:lstStyle/>
            <a:p>
              <a:endParaRPr/>
            </a:p>
          </p:txBody>
        </p:sp>
        <p:sp>
          <p:nvSpPr>
            <p:cNvPr id="4" name="Rectangle 23"/>
            <p:cNvSpPr/>
            <p:nvPr/>
          </p:nvSpPr>
          <p:spPr>
            <a:xfrm>
              <a:off x="9181476" y="0"/>
              <a:ext cx="3007349" cy="6866467"/>
            </a:xfrm>
            <a:custGeom>
              <a:avLst/>
              <a:gdLst/>
              <a:ahLst/>
              <a:cxnLst>
                <a:cxn ang="0">
                  <a:pos x="wd2" y="hd2"/>
                </a:cxn>
                <a:cxn ang="5400000">
                  <a:pos x="wd2" y="hd2"/>
                </a:cxn>
                <a:cxn ang="10800000">
                  <a:pos x="wd2" y="hd2"/>
                </a:cxn>
                <a:cxn ang="16200000">
                  <a:pos x="wd2" y="hd2"/>
                </a:cxn>
              </a:cxnLst>
              <a:rect l="0" t="0" r="r" b="b"/>
              <a:pathLst>
                <a:path w="21600" h="21600" extrusionOk="0">
                  <a:moveTo>
                    <a:pt x="14692" y="0"/>
                  </a:moveTo>
                  <a:lnTo>
                    <a:pt x="21600" y="0"/>
                  </a:lnTo>
                  <a:lnTo>
                    <a:pt x="21600" y="21600"/>
                  </a:lnTo>
                  <a:lnTo>
                    <a:pt x="0" y="21600"/>
                  </a:lnTo>
                  <a:lnTo>
                    <a:pt x="14692" y="0"/>
                  </a:lnTo>
                  <a:close/>
                </a:path>
              </a:pathLst>
            </a:custGeom>
            <a:solidFill>
              <a:schemeClr val="accent1">
                <a:alpha val="36000"/>
              </a:schemeClr>
            </a:solidFill>
            <a:ln w="12700" cap="flat">
              <a:noFill/>
              <a:miter lim="400000"/>
            </a:ln>
            <a:effectLst/>
          </p:spPr>
          <p:txBody>
            <a:bodyPr wrap="square" lIns="45719" tIns="45719" rIns="45719" bIns="45719" numCol="1" anchor="t">
              <a:noAutofit/>
            </a:bodyPr>
            <a:lstStyle/>
            <a:p>
              <a:endParaRPr/>
            </a:p>
          </p:txBody>
        </p:sp>
        <p:sp>
          <p:nvSpPr>
            <p:cNvPr id="5" name="Rectangle 25"/>
            <p:cNvSpPr/>
            <p:nvPr/>
          </p:nvSpPr>
          <p:spPr>
            <a:xfrm>
              <a:off x="9603441" y="0"/>
              <a:ext cx="2588559" cy="686646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10092" y="21600"/>
                  </a:lnTo>
                  <a:lnTo>
                    <a:pt x="0" y="0"/>
                  </a:lnTo>
                  <a:close/>
                </a:path>
              </a:pathLst>
            </a:custGeom>
            <a:solidFill>
              <a:schemeClr val="accent1">
                <a:alpha val="20000"/>
              </a:schemeClr>
            </a:solidFill>
            <a:ln w="12700" cap="flat">
              <a:noFill/>
              <a:miter lim="400000"/>
            </a:ln>
            <a:effectLst/>
          </p:spPr>
          <p:txBody>
            <a:bodyPr wrap="square" lIns="45719" tIns="45719" rIns="45719" bIns="45719" numCol="1" anchor="t">
              <a:noAutofit/>
            </a:bodyPr>
            <a:lstStyle/>
            <a:p>
              <a:endParaRPr/>
            </a:p>
          </p:txBody>
        </p:sp>
        <p:sp>
          <p:nvSpPr>
            <p:cNvPr id="6" name="Isosceles Triangle 23"/>
            <p:cNvSpPr/>
            <p:nvPr/>
          </p:nvSpPr>
          <p:spPr>
            <a:xfrm>
              <a:off x="8932333" y="3056466"/>
              <a:ext cx="3259667" cy="38100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21600" y="21600"/>
                  </a:lnTo>
                  <a:close/>
                </a:path>
              </a:pathLst>
            </a:custGeom>
            <a:solidFill>
              <a:srgbClr val="17B0E4">
                <a:alpha val="66000"/>
              </a:srgbClr>
            </a:solidFill>
            <a:ln w="12700" cap="flat">
              <a:noFill/>
              <a:miter lim="400000"/>
            </a:ln>
            <a:effectLst/>
          </p:spPr>
          <p:txBody>
            <a:bodyPr wrap="square" lIns="45719" tIns="45719" rIns="45719" bIns="45719" numCol="1" anchor="t">
              <a:noAutofit/>
            </a:bodyPr>
            <a:lstStyle/>
            <a:p>
              <a:endParaRPr/>
            </a:p>
          </p:txBody>
        </p:sp>
        <p:sp>
          <p:nvSpPr>
            <p:cNvPr id="7" name="Rectangle 27"/>
            <p:cNvSpPr/>
            <p:nvPr/>
          </p:nvSpPr>
          <p:spPr>
            <a:xfrm>
              <a:off x="9334500" y="0"/>
              <a:ext cx="2854326" cy="686646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18697" y="21600"/>
                  </a:lnTo>
                  <a:lnTo>
                    <a:pt x="0" y="0"/>
                  </a:lnTo>
                  <a:close/>
                </a:path>
              </a:pathLst>
            </a:custGeom>
            <a:solidFill>
              <a:srgbClr val="17B0E4">
                <a:alpha val="50000"/>
              </a:srgbClr>
            </a:solidFill>
            <a:ln w="12700" cap="flat">
              <a:noFill/>
              <a:miter lim="400000"/>
            </a:ln>
            <a:effectLst/>
          </p:spPr>
          <p:txBody>
            <a:bodyPr wrap="square" lIns="45719" tIns="45719" rIns="45719" bIns="45719" numCol="1" anchor="t">
              <a:noAutofit/>
            </a:bodyPr>
            <a:lstStyle/>
            <a:p>
              <a:endParaRPr/>
            </a:p>
          </p:txBody>
        </p:sp>
        <p:sp>
          <p:nvSpPr>
            <p:cNvPr id="8" name="Rectangle 28"/>
            <p:cNvSpPr/>
            <p:nvPr/>
          </p:nvSpPr>
          <p:spPr>
            <a:xfrm>
              <a:off x="10898730" y="0"/>
              <a:ext cx="1290095" cy="6866468"/>
            </a:xfrm>
            <a:custGeom>
              <a:avLst/>
              <a:gdLst/>
              <a:ahLst/>
              <a:cxnLst>
                <a:cxn ang="0">
                  <a:pos x="wd2" y="hd2"/>
                </a:cxn>
                <a:cxn ang="5400000">
                  <a:pos x="wd2" y="hd2"/>
                </a:cxn>
                <a:cxn ang="10800000">
                  <a:pos x="wd2" y="hd2"/>
                </a:cxn>
                <a:cxn ang="16200000">
                  <a:pos x="wd2" y="hd2"/>
                </a:cxn>
              </a:cxnLst>
              <a:rect l="0" t="0" r="r" b="b"/>
              <a:pathLst>
                <a:path w="21600" h="21600" extrusionOk="0">
                  <a:moveTo>
                    <a:pt x="17073" y="0"/>
                  </a:moveTo>
                  <a:lnTo>
                    <a:pt x="21600" y="0"/>
                  </a:lnTo>
                  <a:lnTo>
                    <a:pt x="21600" y="21600"/>
                  </a:lnTo>
                  <a:lnTo>
                    <a:pt x="0" y="21600"/>
                  </a:lnTo>
                  <a:lnTo>
                    <a:pt x="17073" y="0"/>
                  </a:lnTo>
                  <a:close/>
                </a:path>
              </a:pathLst>
            </a:custGeom>
            <a:solidFill>
              <a:schemeClr val="accent2">
                <a:alpha val="70000"/>
              </a:schemeClr>
            </a:solidFill>
            <a:ln w="12700" cap="flat">
              <a:noFill/>
              <a:miter lim="400000"/>
            </a:ln>
            <a:effectLst/>
          </p:spPr>
          <p:txBody>
            <a:bodyPr wrap="square" lIns="45719" tIns="45719" rIns="45719" bIns="45719" numCol="1" anchor="t">
              <a:noAutofit/>
            </a:bodyPr>
            <a:lstStyle/>
            <a:p>
              <a:endParaRPr/>
            </a:p>
          </p:txBody>
        </p:sp>
        <p:sp>
          <p:nvSpPr>
            <p:cNvPr id="9" name="Rectangle 29"/>
            <p:cNvSpPr/>
            <p:nvPr/>
          </p:nvSpPr>
          <p:spPr>
            <a:xfrm>
              <a:off x="10938998" y="0"/>
              <a:ext cx="1249826" cy="686646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19173" y="21600"/>
                  </a:lnTo>
                  <a:lnTo>
                    <a:pt x="0" y="0"/>
                  </a:lnTo>
                  <a:close/>
                </a:path>
              </a:pathLst>
            </a:custGeom>
            <a:solidFill>
              <a:srgbClr val="236292">
                <a:alpha val="80000"/>
              </a:srgbClr>
            </a:solidFill>
            <a:ln w="12700" cap="flat">
              <a:noFill/>
              <a:miter lim="400000"/>
            </a:ln>
            <a:effectLst/>
          </p:spPr>
          <p:txBody>
            <a:bodyPr wrap="square" lIns="45719" tIns="45719" rIns="45719" bIns="45719" numCol="1" anchor="t">
              <a:noAutofit/>
            </a:bodyPr>
            <a:lstStyle/>
            <a:p>
              <a:endParaRPr/>
            </a:p>
          </p:txBody>
        </p:sp>
        <p:sp>
          <p:nvSpPr>
            <p:cNvPr id="10" name="Isosceles Triangle 27"/>
            <p:cNvSpPr/>
            <p:nvPr/>
          </p:nvSpPr>
          <p:spPr>
            <a:xfrm>
              <a:off x="10371666" y="3598333"/>
              <a:ext cx="1817160" cy="326813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21600" y="21600"/>
                  </a:lnTo>
                  <a:close/>
                </a:path>
              </a:pathLst>
            </a:custGeom>
            <a:solidFill>
              <a:srgbClr val="17B0E4">
                <a:alpha val="66000"/>
              </a:srgbClr>
            </a:solidFill>
            <a:ln w="12700" cap="flat">
              <a:noFill/>
              <a:miter lim="400000"/>
            </a:ln>
            <a:effectLst/>
          </p:spPr>
          <p:txBody>
            <a:bodyPr wrap="square" lIns="45719" tIns="45719" rIns="45719" bIns="45719" numCol="1" anchor="t">
              <a:noAutofit/>
            </a:bodyPr>
            <a:lstStyle/>
            <a:p>
              <a:endParaRPr/>
            </a:p>
          </p:txBody>
        </p:sp>
        <p:sp>
          <p:nvSpPr>
            <p:cNvPr id="11" name="Isosceles Triangle 18"/>
            <p:cNvSpPr/>
            <p:nvPr/>
          </p:nvSpPr>
          <p:spPr>
            <a:xfrm>
              <a:off x="-1" y="4021666"/>
              <a:ext cx="448734" cy="28448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21600"/>
                  </a:lnTo>
                  <a:close/>
                </a:path>
              </a:pathLst>
            </a:custGeom>
            <a:solidFill>
              <a:schemeClr val="accent1">
                <a:alpha val="70000"/>
              </a:schemeClr>
            </a:solidFill>
            <a:ln w="12700" cap="flat">
              <a:noFill/>
              <a:miter lim="400000"/>
            </a:ln>
            <a:effectLst/>
          </p:spPr>
          <p:txBody>
            <a:bodyPr wrap="square" lIns="45719" tIns="45719" rIns="45719" bIns="45719" numCol="1" anchor="t">
              <a:noAutofit/>
            </a:bodyPr>
            <a:lstStyle/>
            <a:p>
              <a:endParaRPr/>
            </a:p>
          </p:txBody>
        </p:sp>
      </p:grpSp>
      <p:sp>
        <p:nvSpPr>
          <p:cNvPr id="13" name="Title Text"/>
          <p:cNvSpPr txBox="1">
            <a:spLocks noGrp="1"/>
          </p:cNvSpPr>
          <p:nvPr>
            <p:ph type="title"/>
          </p:nvPr>
        </p:nvSpPr>
        <p:spPr>
          <a:xfrm>
            <a:off x="609600" y="274637"/>
            <a:ext cx="10972800" cy="132556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ormAutofit/>
          </a:bodyPr>
          <a:lstStyle/>
          <a:p>
            <a:r>
              <a:t>Title Text</a:t>
            </a:r>
          </a:p>
        </p:txBody>
      </p:sp>
      <p:sp>
        <p:nvSpPr>
          <p:cNvPr id="14"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15" name="Slide Number"/>
          <p:cNvSpPr txBox="1">
            <a:spLocks noGrp="1"/>
          </p:cNvSpPr>
          <p:nvPr>
            <p:ph type="sldNum" sz="quarter" idx="2"/>
          </p:nvPr>
        </p:nvSpPr>
        <p:spPr>
          <a:xfrm>
            <a:off x="9049981" y="6114704"/>
            <a:ext cx="224022" cy="218441"/>
          </a:xfrm>
          <a:prstGeom prst="rect">
            <a:avLst/>
          </a:prstGeom>
          <a:ln w="12700">
            <a:miter lim="400000"/>
          </a:ln>
        </p:spPr>
        <p:txBody>
          <a:bodyPr wrap="none" lIns="45719" rIns="45719" anchor="ctr">
            <a:spAutoFit/>
          </a:bodyPr>
          <a:lstStyle>
            <a:lvl1pPr algn="r">
              <a:defRPr sz="900">
                <a:solidFill>
                  <a:schemeClr val="accent1"/>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txStyles>
    <p:titleStyle>
      <a:lvl1pPr marL="0" marR="0" indent="0" algn="l" defTabSz="457200" rtl="0" latinLnBrk="0">
        <a:lnSpc>
          <a:spcPct val="100000"/>
        </a:lnSpc>
        <a:spcBef>
          <a:spcPts val="0"/>
        </a:spcBef>
        <a:spcAft>
          <a:spcPts val="0"/>
        </a:spcAft>
        <a:buClrTx/>
        <a:buSzTx/>
        <a:buFontTx/>
        <a:buNone/>
        <a:tabLst/>
        <a:defRPr sz="3600" b="0" i="0" u="none" strike="noStrike" cap="none" spc="0" baseline="0">
          <a:solidFill>
            <a:schemeClr val="accent1"/>
          </a:solidFill>
          <a:uFillTx/>
          <a:latin typeface="Trebuchet MS"/>
          <a:ea typeface="Trebuchet MS"/>
          <a:cs typeface="Trebuchet MS"/>
          <a:sym typeface="Trebuchet MS"/>
        </a:defRPr>
      </a:lvl1pPr>
      <a:lvl2pPr marL="0" marR="0" indent="0" algn="l" defTabSz="457200" rtl="0" latinLnBrk="0">
        <a:lnSpc>
          <a:spcPct val="100000"/>
        </a:lnSpc>
        <a:spcBef>
          <a:spcPts val="0"/>
        </a:spcBef>
        <a:spcAft>
          <a:spcPts val="0"/>
        </a:spcAft>
        <a:buClrTx/>
        <a:buSzTx/>
        <a:buFontTx/>
        <a:buNone/>
        <a:tabLst/>
        <a:defRPr sz="3600" b="0" i="0" u="none" strike="noStrike" cap="none" spc="0" baseline="0">
          <a:solidFill>
            <a:schemeClr val="accent1"/>
          </a:solidFill>
          <a:uFillTx/>
          <a:latin typeface="Trebuchet MS"/>
          <a:ea typeface="Trebuchet MS"/>
          <a:cs typeface="Trebuchet MS"/>
          <a:sym typeface="Trebuchet MS"/>
        </a:defRPr>
      </a:lvl2pPr>
      <a:lvl3pPr marL="0" marR="0" indent="0" algn="l" defTabSz="457200" rtl="0" latinLnBrk="0">
        <a:lnSpc>
          <a:spcPct val="100000"/>
        </a:lnSpc>
        <a:spcBef>
          <a:spcPts val="0"/>
        </a:spcBef>
        <a:spcAft>
          <a:spcPts val="0"/>
        </a:spcAft>
        <a:buClrTx/>
        <a:buSzTx/>
        <a:buFontTx/>
        <a:buNone/>
        <a:tabLst/>
        <a:defRPr sz="3600" b="0" i="0" u="none" strike="noStrike" cap="none" spc="0" baseline="0">
          <a:solidFill>
            <a:schemeClr val="accent1"/>
          </a:solidFill>
          <a:uFillTx/>
          <a:latin typeface="Trebuchet MS"/>
          <a:ea typeface="Trebuchet MS"/>
          <a:cs typeface="Trebuchet MS"/>
          <a:sym typeface="Trebuchet MS"/>
        </a:defRPr>
      </a:lvl3pPr>
      <a:lvl4pPr marL="0" marR="0" indent="0" algn="l" defTabSz="457200" rtl="0" latinLnBrk="0">
        <a:lnSpc>
          <a:spcPct val="100000"/>
        </a:lnSpc>
        <a:spcBef>
          <a:spcPts val="0"/>
        </a:spcBef>
        <a:spcAft>
          <a:spcPts val="0"/>
        </a:spcAft>
        <a:buClrTx/>
        <a:buSzTx/>
        <a:buFontTx/>
        <a:buNone/>
        <a:tabLst/>
        <a:defRPr sz="3600" b="0" i="0" u="none" strike="noStrike" cap="none" spc="0" baseline="0">
          <a:solidFill>
            <a:schemeClr val="accent1"/>
          </a:solidFill>
          <a:uFillTx/>
          <a:latin typeface="Trebuchet MS"/>
          <a:ea typeface="Trebuchet MS"/>
          <a:cs typeface="Trebuchet MS"/>
          <a:sym typeface="Trebuchet MS"/>
        </a:defRPr>
      </a:lvl4pPr>
      <a:lvl5pPr marL="0" marR="0" indent="0" algn="l" defTabSz="457200" rtl="0" latinLnBrk="0">
        <a:lnSpc>
          <a:spcPct val="100000"/>
        </a:lnSpc>
        <a:spcBef>
          <a:spcPts val="0"/>
        </a:spcBef>
        <a:spcAft>
          <a:spcPts val="0"/>
        </a:spcAft>
        <a:buClrTx/>
        <a:buSzTx/>
        <a:buFontTx/>
        <a:buNone/>
        <a:tabLst/>
        <a:defRPr sz="3600" b="0" i="0" u="none" strike="noStrike" cap="none" spc="0" baseline="0">
          <a:solidFill>
            <a:schemeClr val="accent1"/>
          </a:solidFill>
          <a:uFillTx/>
          <a:latin typeface="Trebuchet MS"/>
          <a:ea typeface="Trebuchet MS"/>
          <a:cs typeface="Trebuchet MS"/>
          <a:sym typeface="Trebuchet MS"/>
        </a:defRPr>
      </a:lvl5pPr>
      <a:lvl6pPr marL="0" marR="0" indent="0" algn="l" defTabSz="457200" rtl="0" latinLnBrk="0">
        <a:lnSpc>
          <a:spcPct val="100000"/>
        </a:lnSpc>
        <a:spcBef>
          <a:spcPts val="0"/>
        </a:spcBef>
        <a:spcAft>
          <a:spcPts val="0"/>
        </a:spcAft>
        <a:buClrTx/>
        <a:buSzTx/>
        <a:buFontTx/>
        <a:buNone/>
        <a:tabLst/>
        <a:defRPr sz="3600" b="0" i="0" u="none" strike="noStrike" cap="none" spc="0" baseline="0">
          <a:solidFill>
            <a:schemeClr val="accent1"/>
          </a:solidFill>
          <a:uFillTx/>
          <a:latin typeface="Trebuchet MS"/>
          <a:ea typeface="Trebuchet MS"/>
          <a:cs typeface="Trebuchet MS"/>
          <a:sym typeface="Trebuchet MS"/>
        </a:defRPr>
      </a:lvl6pPr>
      <a:lvl7pPr marL="0" marR="0" indent="0" algn="l" defTabSz="457200" rtl="0" latinLnBrk="0">
        <a:lnSpc>
          <a:spcPct val="100000"/>
        </a:lnSpc>
        <a:spcBef>
          <a:spcPts val="0"/>
        </a:spcBef>
        <a:spcAft>
          <a:spcPts val="0"/>
        </a:spcAft>
        <a:buClrTx/>
        <a:buSzTx/>
        <a:buFontTx/>
        <a:buNone/>
        <a:tabLst/>
        <a:defRPr sz="3600" b="0" i="0" u="none" strike="noStrike" cap="none" spc="0" baseline="0">
          <a:solidFill>
            <a:schemeClr val="accent1"/>
          </a:solidFill>
          <a:uFillTx/>
          <a:latin typeface="Trebuchet MS"/>
          <a:ea typeface="Trebuchet MS"/>
          <a:cs typeface="Trebuchet MS"/>
          <a:sym typeface="Trebuchet MS"/>
        </a:defRPr>
      </a:lvl7pPr>
      <a:lvl8pPr marL="0" marR="0" indent="0" algn="l" defTabSz="457200" rtl="0" latinLnBrk="0">
        <a:lnSpc>
          <a:spcPct val="100000"/>
        </a:lnSpc>
        <a:spcBef>
          <a:spcPts val="0"/>
        </a:spcBef>
        <a:spcAft>
          <a:spcPts val="0"/>
        </a:spcAft>
        <a:buClrTx/>
        <a:buSzTx/>
        <a:buFontTx/>
        <a:buNone/>
        <a:tabLst/>
        <a:defRPr sz="3600" b="0" i="0" u="none" strike="noStrike" cap="none" spc="0" baseline="0">
          <a:solidFill>
            <a:schemeClr val="accent1"/>
          </a:solidFill>
          <a:uFillTx/>
          <a:latin typeface="Trebuchet MS"/>
          <a:ea typeface="Trebuchet MS"/>
          <a:cs typeface="Trebuchet MS"/>
          <a:sym typeface="Trebuchet MS"/>
        </a:defRPr>
      </a:lvl8pPr>
      <a:lvl9pPr marL="0" marR="0" indent="0" algn="l" defTabSz="457200" rtl="0" latinLnBrk="0">
        <a:lnSpc>
          <a:spcPct val="100000"/>
        </a:lnSpc>
        <a:spcBef>
          <a:spcPts val="0"/>
        </a:spcBef>
        <a:spcAft>
          <a:spcPts val="0"/>
        </a:spcAft>
        <a:buClrTx/>
        <a:buSzTx/>
        <a:buFontTx/>
        <a:buNone/>
        <a:tabLst/>
        <a:defRPr sz="3600" b="0" i="0" u="none" strike="noStrike" cap="none" spc="0" baseline="0">
          <a:solidFill>
            <a:schemeClr val="accent1"/>
          </a:solidFill>
          <a:uFillTx/>
          <a:latin typeface="Trebuchet MS"/>
          <a:ea typeface="Trebuchet MS"/>
          <a:cs typeface="Trebuchet MS"/>
          <a:sym typeface="Trebuchet MS"/>
        </a:defRPr>
      </a:lvl9pPr>
    </p:titleStyle>
    <p:bodyStyle>
      <a:lvl1pPr marL="342900" marR="0" indent="-342900" algn="l" defTabSz="457200" rtl="0" latinLnBrk="0">
        <a:lnSpc>
          <a:spcPct val="100000"/>
        </a:lnSpc>
        <a:spcBef>
          <a:spcPts val="1000"/>
        </a:spcBef>
        <a:spcAft>
          <a:spcPts val="0"/>
        </a:spcAft>
        <a:buClr>
          <a:schemeClr val="accent1"/>
        </a:buClr>
        <a:buSzPct val="80000"/>
        <a:buFontTx/>
        <a:buChar char=""/>
        <a:tabLst/>
        <a:defRPr sz="1800" b="0" i="0" u="none" strike="noStrike" cap="none" spc="0" baseline="0">
          <a:solidFill>
            <a:srgbClr val="404040"/>
          </a:solidFill>
          <a:uFillTx/>
          <a:latin typeface="Trebuchet MS"/>
          <a:ea typeface="Trebuchet MS"/>
          <a:cs typeface="Trebuchet MS"/>
          <a:sym typeface="Trebuchet MS"/>
        </a:defRPr>
      </a:lvl1pPr>
      <a:lvl2pPr marL="778668" marR="0" indent="-321468" algn="l" defTabSz="457200" rtl="0" latinLnBrk="0">
        <a:lnSpc>
          <a:spcPct val="100000"/>
        </a:lnSpc>
        <a:spcBef>
          <a:spcPts val="1000"/>
        </a:spcBef>
        <a:spcAft>
          <a:spcPts val="0"/>
        </a:spcAft>
        <a:buClr>
          <a:schemeClr val="accent1"/>
        </a:buClr>
        <a:buSzPct val="80000"/>
        <a:buFontTx/>
        <a:buChar char=""/>
        <a:tabLst/>
        <a:defRPr sz="1800" b="0" i="0" u="none" strike="noStrike" cap="none" spc="0" baseline="0">
          <a:solidFill>
            <a:srgbClr val="404040"/>
          </a:solidFill>
          <a:uFillTx/>
          <a:latin typeface="Trebuchet MS"/>
          <a:ea typeface="Trebuchet MS"/>
          <a:cs typeface="Trebuchet MS"/>
          <a:sym typeface="Trebuchet MS"/>
        </a:defRPr>
      </a:lvl2pPr>
      <a:lvl3pPr marL="1208314" marR="0" indent="-293914" algn="l" defTabSz="457200" rtl="0" latinLnBrk="0">
        <a:lnSpc>
          <a:spcPct val="100000"/>
        </a:lnSpc>
        <a:spcBef>
          <a:spcPts val="1000"/>
        </a:spcBef>
        <a:spcAft>
          <a:spcPts val="0"/>
        </a:spcAft>
        <a:buClr>
          <a:schemeClr val="accent1"/>
        </a:buClr>
        <a:buSzPct val="80000"/>
        <a:buFontTx/>
        <a:buChar char=""/>
        <a:tabLst/>
        <a:defRPr sz="1800" b="0" i="0" u="none" strike="noStrike" cap="none" spc="0" baseline="0">
          <a:solidFill>
            <a:srgbClr val="404040"/>
          </a:solidFill>
          <a:uFillTx/>
          <a:latin typeface="Trebuchet MS"/>
          <a:ea typeface="Trebuchet MS"/>
          <a:cs typeface="Trebuchet MS"/>
          <a:sym typeface="Trebuchet MS"/>
        </a:defRPr>
      </a:lvl3pPr>
      <a:lvl4pPr marL="1714500" marR="0" indent="-342900" algn="l" defTabSz="457200" rtl="0" latinLnBrk="0">
        <a:lnSpc>
          <a:spcPct val="100000"/>
        </a:lnSpc>
        <a:spcBef>
          <a:spcPts val="1000"/>
        </a:spcBef>
        <a:spcAft>
          <a:spcPts val="0"/>
        </a:spcAft>
        <a:buClr>
          <a:schemeClr val="accent1"/>
        </a:buClr>
        <a:buSzPct val="80000"/>
        <a:buFontTx/>
        <a:buChar char=""/>
        <a:tabLst/>
        <a:defRPr sz="1800" b="0" i="0" u="none" strike="noStrike" cap="none" spc="0" baseline="0">
          <a:solidFill>
            <a:srgbClr val="404040"/>
          </a:solidFill>
          <a:uFillTx/>
          <a:latin typeface="Trebuchet MS"/>
          <a:ea typeface="Trebuchet MS"/>
          <a:cs typeface="Trebuchet MS"/>
          <a:sym typeface="Trebuchet MS"/>
        </a:defRPr>
      </a:lvl4pPr>
      <a:lvl5pPr marL="2171700" marR="0" indent="-342900" algn="l" defTabSz="457200" rtl="0" latinLnBrk="0">
        <a:lnSpc>
          <a:spcPct val="100000"/>
        </a:lnSpc>
        <a:spcBef>
          <a:spcPts val="1000"/>
        </a:spcBef>
        <a:spcAft>
          <a:spcPts val="0"/>
        </a:spcAft>
        <a:buClr>
          <a:schemeClr val="accent1"/>
        </a:buClr>
        <a:buSzPct val="80000"/>
        <a:buFontTx/>
        <a:buChar char=""/>
        <a:tabLst/>
        <a:defRPr sz="1800" b="0" i="0" u="none" strike="noStrike" cap="none" spc="0" baseline="0">
          <a:solidFill>
            <a:srgbClr val="404040"/>
          </a:solidFill>
          <a:uFillTx/>
          <a:latin typeface="Trebuchet MS"/>
          <a:ea typeface="Trebuchet MS"/>
          <a:cs typeface="Trebuchet MS"/>
          <a:sym typeface="Trebuchet MS"/>
        </a:defRPr>
      </a:lvl5pPr>
      <a:lvl6pPr marL="2628900" marR="0" indent="-342900" algn="l" defTabSz="457200" rtl="0" latinLnBrk="0">
        <a:lnSpc>
          <a:spcPct val="100000"/>
        </a:lnSpc>
        <a:spcBef>
          <a:spcPts val="1000"/>
        </a:spcBef>
        <a:spcAft>
          <a:spcPts val="0"/>
        </a:spcAft>
        <a:buClr>
          <a:schemeClr val="accent1"/>
        </a:buClr>
        <a:buSzPct val="80000"/>
        <a:buFontTx/>
        <a:buChar char=""/>
        <a:tabLst/>
        <a:defRPr sz="1800" b="0" i="0" u="none" strike="noStrike" cap="none" spc="0" baseline="0">
          <a:solidFill>
            <a:srgbClr val="404040"/>
          </a:solidFill>
          <a:uFillTx/>
          <a:latin typeface="Trebuchet MS"/>
          <a:ea typeface="Trebuchet MS"/>
          <a:cs typeface="Trebuchet MS"/>
          <a:sym typeface="Trebuchet MS"/>
        </a:defRPr>
      </a:lvl6pPr>
      <a:lvl7pPr marL="3086100" marR="0" indent="-342900" algn="l" defTabSz="457200" rtl="0" latinLnBrk="0">
        <a:lnSpc>
          <a:spcPct val="100000"/>
        </a:lnSpc>
        <a:spcBef>
          <a:spcPts val="1000"/>
        </a:spcBef>
        <a:spcAft>
          <a:spcPts val="0"/>
        </a:spcAft>
        <a:buClr>
          <a:schemeClr val="accent1"/>
        </a:buClr>
        <a:buSzPct val="80000"/>
        <a:buFontTx/>
        <a:buChar char=""/>
        <a:tabLst/>
        <a:defRPr sz="1800" b="0" i="0" u="none" strike="noStrike" cap="none" spc="0" baseline="0">
          <a:solidFill>
            <a:srgbClr val="404040"/>
          </a:solidFill>
          <a:uFillTx/>
          <a:latin typeface="Trebuchet MS"/>
          <a:ea typeface="Trebuchet MS"/>
          <a:cs typeface="Trebuchet MS"/>
          <a:sym typeface="Trebuchet MS"/>
        </a:defRPr>
      </a:lvl7pPr>
      <a:lvl8pPr marL="3543300" marR="0" indent="-342900" algn="l" defTabSz="457200" rtl="0" latinLnBrk="0">
        <a:lnSpc>
          <a:spcPct val="100000"/>
        </a:lnSpc>
        <a:spcBef>
          <a:spcPts val="1000"/>
        </a:spcBef>
        <a:spcAft>
          <a:spcPts val="0"/>
        </a:spcAft>
        <a:buClr>
          <a:schemeClr val="accent1"/>
        </a:buClr>
        <a:buSzPct val="80000"/>
        <a:buFontTx/>
        <a:buChar char=""/>
        <a:tabLst/>
        <a:defRPr sz="1800" b="0" i="0" u="none" strike="noStrike" cap="none" spc="0" baseline="0">
          <a:solidFill>
            <a:srgbClr val="404040"/>
          </a:solidFill>
          <a:uFillTx/>
          <a:latin typeface="Trebuchet MS"/>
          <a:ea typeface="Trebuchet MS"/>
          <a:cs typeface="Trebuchet MS"/>
          <a:sym typeface="Trebuchet MS"/>
        </a:defRPr>
      </a:lvl8pPr>
      <a:lvl9pPr marL="4000500" marR="0" indent="-342900" algn="l" defTabSz="457200" rtl="0" latinLnBrk="0">
        <a:lnSpc>
          <a:spcPct val="100000"/>
        </a:lnSpc>
        <a:spcBef>
          <a:spcPts val="1000"/>
        </a:spcBef>
        <a:spcAft>
          <a:spcPts val="0"/>
        </a:spcAft>
        <a:buClr>
          <a:schemeClr val="accent1"/>
        </a:buClr>
        <a:buSzPct val="80000"/>
        <a:buFontTx/>
        <a:buChar char=""/>
        <a:tabLst/>
        <a:defRPr sz="1800" b="0" i="0" u="none" strike="noStrike" cap="none" spc="0" baseline="0">
          <a:solidFill>
            <a:srgbClr val="404040"/>
          </a:solidFill>
          <a:uFillTx/>
          <a:latin typeface="Trebuchet MS"/>
          <a:ea typeface="Trebuchet MS"/>
          <a:cs typeface="Trebuchet MS"/>
          <a:sym typeface="Trebuchet MS"/>
        </a:defRPr>
      </a:lvl9pPr>
    </p:bodyStyle>
    <p:otherStyle>
      <a:lvl1pPr marL="0" marR="0" indent="0" algn="r" defTabSz="4572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1pPr>
      <a:lvl2pPr marL="0" marR="0" indent="457200" algn="r" defTabSz="4572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2pPr>
      <a:lvl3pPr marL="0" marR="0" indent="914400" algn="r" defTabSz="4572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3pPr>
      <a:lvl4pPr marL="0" marR="0" indent="1371600" algn="r" defTabSz="4572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4pPr>
      <a:lvl5pPr marL="0" marR="0" indent="1828800" algn="r" defTabSz="4572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5pPr>
      <a:lvl6pPr marL="0" marR="0" indent="2286000" algn="r" defTabSz="4572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6pPr>
      <a:lvl7pPr marL="0" marR="0" indent="2743200" algn="r" defTabSz="4572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7pPr>
      <a:lvl8pPr marL="0" marR="0" indent="3200400" algn="r" defTabSz="4572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8pPr>
      <a:lvl9pPr marL="0" marR="0" indent="3657600" algn="r" defTabSz="457200" rtl="0" latinLnBrk="0">
        <a:lnSpc>
          <a:spcPct val="100000"/>
        </a:lnSpc>
        <a:spcBef>
          <a:spcPts val="0"/>
        </a:spcBef>
        <a:spcAft>
          <a:spcPts val="0"/>
        </a:spcAft>
        <a:buClrTx/>
        <a:buSzTx/>
        <a:buFontTx/>
        <a:buNone/>
        <a:tabLst/>
        <a:defRPr sz="900" b="0" i="0" u="none" strike="noStrike" cap="none" spc="0" baseline="0">
          <a:solidFill>
            <a:schemeClr val="tx1"/>
          </a:solidFill>
          <a:uFillTx/>
          <a:latin typeface="+mn-lt"/>
          <a:ea typeface="+mn-ea"/>
          <a:cs typeface="+mn-cs"/>
          <a:sym typeface="Trebuchet M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 name="unnamed.png" descr="unnamed.png"/>
          <p:cNvPicPr>
            <a:picLocks noChangeAspect="1"/>
          </p:cNvPicPr>
          <p:nvPr/>
        </p:nvPicPr>
        <p:blipFill>
          <a:blip r:embed="rId2"/>
          <a:srcRect t="2813" b="2813"/>
          <a:stretch>
            <a:fillRect/>
          </a:stretch>
        </p:blipFill>
        <p:spPr>
          <a:xfrm>
            <a:off x="4083365" y="165627"/>
            <a:ext cx="2012635" cy="1899369"/>
          </a:xfrm>
          <a:prstGeom prst="rect">
            <a:avLst/>
          </a:prstGeom>
          <a:ln w="12700">
            <a:miter lim="400000"/>
          </a:ln>
        </p:spPr>
      </p:pic>
      <p:sp>
        <p:nvSpPr>
          <p:cNvPr id="169" name="Rectangle 11"/>
          <p:cNvSpPr txBox="1"/>
          <p:nvPr/>
        </p:nvSpPr>
        <p:spPr>
          <a:xfrm>
            <a:off x="1571210" y="2153411"/>
            <a:ext cx="7036946" cy="156966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spAutoFit/>
          </a:bodyPr>
          <a:lstStyle>
            <a:lvl1pPr algn="ctr">
              <a:defRPr sz="4800" b="1">
                <a:ln w="22225" cap="flat">
                  <a:solidFill>
                    <a:schemeClr val="accent2"/>
                  </a:solidFill>
                  <a:prstDash val="solid"/>
                  <a:round/>
                </a:ln>
                <a:solidFill>
                  <a:srgbClr val="A8CEEA"/>
                </a:solidFill>
                <a:latin typeface="Bahnschrift"/>
                <a:ea typeface="Bahnschrift"/>
                <a:cs typeface="Bahnschrift"/>
                <a:sym typeface="Bahnschrift"/>
              </a:defRPr>
            </a:lvl1pPr>
          </a:lstStyle>
          <a:p>
            <a:r>
              <a:t>INFOSYS SPRINGBOARD INTERNSHIP 202</a:t>
            </a:r>
            <a:r>
              <a:rPr lang="en-US"/>
              <a:t>5</a:t>
            </a:r>
            <a:endParaRPr/>
          </a:p>
        </p:txBody>
      </p:sp>
      <p:sp>
        <p:nvSpPr>
          <p:cNvPr id="170" name="Rectangle 13"/>
          <p:cNvSpPr txBox="1"/>
          <p:nvPr/>
        </p:nvSpPr>
        <p:spPr>
          <a:xfrm>
            <a:off x="994591" y="4438946"/>
            <a:ext cx="8190103" cy="230832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spAutoFit/>
          </a:bodyPr>
          <a:lstStyle>
            <a:lvl1pPr algn="ctr">
              <a:defRPr sz="4800">
                <a:solidFill>
                  <a:schemeClr val="accent2"/>
                </a:solidFill>
                <a:effectLst>
                  <a:outerShdw blurRad="38100" dist="19050" dir="2700000" rotWithShape="0">
                    <a:srgbClr val="000000">
                      <a:alpha val="40000"/>
                    </a:srgbClr>
                  </a:outerShdw>
                </a:effectLst>
                <a:latin typeface="Arial Rounded MT Bold"/>
                <a:ea typeface="Arial Rounded MT Bold"/>
                <a:cs typeface="Arial Rounded MT Bold"/>
                <a:sym typeface="Arial Rounded MT Bold"/>
              </a:defRPr>
            </a:lvl1pPr>
          </a:lstStyle>
          <a:p>
            <a:r>
              <a:t>Project Name:- </a:t>
            </a:r>
            <a:r>
              <a:rPr lang="en-US" b="1" err="1">
                <a:solidFill>
                  <a:schemeClr val="tx1">
                    <a:lumMod val="65000"/>
                    <a:lumOff val="35000"/>
                  </a:schemeClr>
                </a:solidFill>
              </a:rPr>
              <a:t>Wastezero</a:t>
            </a:r>
            <a:r>
              <a:rPr lang="en-US" b="1">
                <a:solidFill>
                  <a:schemeClr val="tx1">
                    <a:lumMod val="65000"/>
                    <a:lumOff val="35000"/>
                  </a:schemeClr>
                </a:solidFill>
              </a:rPr>
              <a:t> -A modern way to clean the country</a:t>
            </a:r>
            <a:endParaRPr b="1">
              <a:solidFill>
                <a:schemeClr val="tx1">
                  <a:lumMod val="65000"/>
                  <a:lumOff val="35000"/>
                </a:schemeClr>
              </a:solidFill>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0" presetClass="entr" fill="hold" grpId="0" nodeType="afterEffect">
                                  <p:stCondLst>
                                    <p:cond delay="0"/>
                                  </p:stCondLst>
                                  <p:iterate>
                                    <p:tmAbs val="0"/>
                                  </p:iterate>
                                  <p:childTnLst>
                                    <p:set>
                                      <p:cBhvr>
                                        <p:cTn id="6" fill="hold"/>
                                        <p:tgtEl>
                                          <p:spTgt spid="168"/>
                                        </p:tgtEl>
                                        <p:attrNameLst>
                                          <p:attrName>style.visibility</p:attrName>
                                        </p:attrNameLst>
                                      </p:cBhvr>
                                      <p:to>
                                        <p:strVal val="visible"/>
                                      </p:to>
                                    </p:set>
                                    <p:animEffect transition="in" filter="fade">
                                      <p:cBhvr>
                                        <p:cTn id="7" dur="2000"/>
                                        <p:tgtEl>
                                          <p:spTgt spid="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animBg="1" advAuto="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INTERNS INVOLVED IN THE INTERNSHIP"/>
          <p:cNvSpPr txBox="1">
            <a:spLocks noGrp="1"/>
          </p:cNvSpPr>
          <p:nvPr>
            <p:ph type="ctrTitle"/>
          </p:nvPr>
        </p:nvSpPr>
        <p:spPr>
          <a:xfrm>
            <a:off x="1278192" y="33417"/>
            <a:ext cx="7974977" cy="652858"/>
          </a:xfrm>
          <a:prstGeom prst="rect">
            <a:avLst/>
          </a:prstGeom>
        </p:spPr>
        <p:txBody>
          <a:bodyPr/>
          <a:lstStyle>
            <a:lvl1pPr>
              <a:defRPr sz="3200">
                <a:solidFill>
                  <a:schemeClr val="accent2"/>
                </a:solidFill>
                <a:latin typeface="Times New Roman"/>
                <a:ea typeface="Times New Roman"/>
                <a:cs typeface="Times New Roman"/>
                <a:sym typeface="Times New Roman"/>
              </a:defRPr>
            </a:lvl1pPr>
          </a:lstStyle>
          <a:p>
            <a:r>
              <a:t>INTERNS INVOLVED IN THE INTERNSHIP</a:t>
            </a:r>
          </a:p>
        </p:txBody>
      </p:sp>
      <p:sp>
        <p:nvSpPr>
          <p:cNvPr id="173" name="GUIDED MENTOR: SPRINGBOARDMENTOR104…"/>
          <p:cNvSpPr txBox="1"/>
          <p:nvPr/>
        </p:nvSpPr>
        <p:spPr>
          <a:xfrm>
            <a:off x="2870370" y="5735227"/>
            <a:ext cx="4395019" cy="33855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8" tIns="45718" rIns="45718" bIns="45718">
            <a:spAutoFit/>
          </a:bodyPr>
          <a:lstStyle/>
          <a:p>
            <a:pPr algn="ctr" defTabSz="306324">
              <a:spcBef>
                <a:spcPts val="600"/>
              </a:spcBef>
              <a:defRPr sz="1600" b="1">
                <a:solidFill>
                  <a:srgbClr val="15225B"/>
                </a:solidFill>
                <a:latin typeface="Times New Roman"/>
                <a:ea typeface="Times New Roman"/>
                <a:cs typeface="Times New Roman"/>
                <a:sym typeface="Times New Roman"/>
              </a:defRPr>
            </a:pPr>
            <a:r>
              <a:t> GUIDED MENTOR:-RAM</a:t>
            </a:r>
            <a:r>
              <a:rPr lang="en-US"/>
              <a:t>KUMAR</a:t>
            </a:r>
            <a:r>
              <a:t> SIR</a:t>
            </a:r>
          </a:p>
        </p:txBody>
      </p:sp>
      <p:sp>
        <p:nvSpPr>
          <p:cNvPr id="174" name="Rectangle: Rounded Corners 1"/>
          <p:cNvSpPr/>
          <p:nvPr/>
        </p:nvSpPr>
        <p:spPr>
          <a:xfrm>
            <a:off x="1099815" y="918188"/>
            <a:ext cx="8338770" cy="4496153"/>
          </a:xfrm>
          <a:prstGeom prst="roundRect">
            <a:avLst>
              <a:gd name="adj" fmla="val 16667"/>
            </a:avLst>
          </a:prstGeom>
          <a:gradFill>
            <a:gsLst>
              <a:gs pos="0">
                <a:schemeClr val="accent1">
                  <a:hueOff val="192415"/>
                  <a:satOff val="-3971"/>
                  <a:lumOff val="24537"/>
                </a:schemeClr>
              </a:gs>
              <a:gs pos="88000">
                <a:schemeClr val="accent1">
                  <a:hueOff val="74720"/>
                  <a:satOff val="-1472"/>
                  <a:lumOff val="5893"/>
                </a:schemeClr>
              </a:gs>
            </a:gsLst>
            <a:lin ang="5400000"/>
          </a:gradFill>
          <a:ln w="12700" cap="rnd">
            <a:solidFill>
              <a:schemeClr val="accent1"/>
            </a:solidFill>
          </a:ln>
        </p:spPr>
        <p:txBody>
          <a:bodyPr lIns="45719" rIns="45719" anchor="ctr"/>
          <a:lstStyle/>
          <a:p>
            <a:pPr algn="ctr"/>
            <a:endParaRPr/>
          </a:p>
        </p:txBody>
      </p:sp>
      <p:sp>
        <p:nvSpPr>
          <p:cNvPr id="175" name="TextBox 2"/>
          <p:cNvSpPr txBox="1"/>
          <p:nvPr/>
        </p:nvSpPr>
        <p:spPr>
          <a:xfrm>
            <a:off x="1734671" y="1675572"/>
            <a:ext cx="6790765" cy="267765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tIns="45720" rIns="45719" bIns="45720" anchor="t">
            <a:spAutoFit/>
          </a:bodyPr>
          <a:lstStyle/>
          <a:p>
            <a:pPr marL="174625" indent="-174625" algn="ctr" defTabSz="886967">
              <a:buSzPct val="100000"/>
              <a:buChar char="•"/>
              <a:defRPr sz="2100">
                <a:solidFill>
                  <a:srgbClr val="0F7698"/>
                </a:solidFill>
                <a:latin typeface="Times New Roman"/>
                <a:ea typeface="Times New Roman"/>
                <a:cs typeface="Times New Roman"/>
                <a:sym typeface="Times New Roman"/>
              </a:defRPr>
            </a:pPr>
            <a:r>
              <a:rPr lang="en-US" dirty="0">
                <a:solidFill>
                  <a:schemeClr val="accent2">
                    <a:lumMod val="50000"/>
                  </a:schemeClr>
                </a:solidFill>
                <a:latin typeface="Century Gothic"/>
                <a:ea typeface="Century Gothic"/>
                <a:cs typeface="Century Gothic"/>
                <a:sym typeface="Century Gothic"/>
              </a:rPr>
              <a:t>Lavesh Karthik</a:t>
            </a:r>
            <a:endParaRPr lang="en-US" dirty="0">
              <a:solidFill>
                <a:schemeClr val="accent2">
                  <a:lumMod val="50000"/>
                </a:schemeClr>
              </a:solidFill>
            </a:endParaRPr>
          </a:p>
          <a:p>
            <a:pPr marL="174625" indent="-174625" algn="ctr" defTabSz="886967">
              <a:buSzPct val="100000"/>
              <a:buChar char="•"/>
              <a:defRPr sz="2100">
                <a:solidFill>
                  <a:srgbClr val="0F7698"/>
                </a:solidFill>
                <a:latin typeface="Times New Roman"/>
                <a:ea typeface="Times New Roman"/>
                <a:cs typeface="Times New Roman"/>
                <a:sym typeface="Times New Roman"/>
              </a:defRPr>
            </a:pPr>
            <a:r>
              <a:rPr lang="en-US" dirty="0" err="1">
                <a:solidFill>
                  <a:schemeClr val="accent2">
                    <a:lumMod val="50000"/>
                  </a:schemeClr>
                </a:solidFill>
                <a:latin typeface="Century Gothic"/>
                <a:ea typeface="Century Gothic"/>
                <a:cs typeface="Century Gothic"/>
                <a:sym typeface="Century Gothic"/>
              </a:rPr>
              <a:t>Karampudi</a:t>
            </a:r>
            <a:r>
              <a:rPr lang="en-US" dirty="0">
                <a:solidFill>
                  <a:schemeClr val="accent2">
                    <a:lumMod val="50000"/>
                  </a:schemeClr>
                </a:solidFill>
                <a:latin typeface="Century Gothic"/>
                <a:ea typeface="Century Gothic"/>
                <a:cs typeface="Century Gothic"/>
                <a:sym typeface="Century Gothic"/>
              </a:rPr>
              <a:t> </a:t>
            </a:r>
            <a:r>
              <a:rPr lang="en-US" dirty="0" err="1">
                <a:solidFill>
                  <a:schemeClr val="accent2">
                    <a:lumMod val="50000"/>
                  </a:schemeClr>
                </a:solidFill>
                <a:latin typeface="Century Gothic"/>
                <a:ea typeface="Century Gothic"/>
                <a:cs typeface="Century Gothic"/>
                <a:sym typeface="Century Gothic"/>
              </a:rPr>
              <a:t>Riteesh</a:t>
            </a:r>
            <a:endParaRPr lang="en-US" dirty="0">
              <a:solidFill>
                <a:schemeClr val="accent2">
                  <a:lumMod val="50000"/>
                </a:schemeClr>
              </a:solidFill>
              <a:latin typeface="Century Gothic"/>
              <a:ea typeface="Century Gothic"/>
              <a:cs typeface="Century Gothic"/>
            </a:endParaRPr>
          </a:p>
          <a:p>
            <a:pPr marL="174625" indent="-174625" algn="ctr" defTabSz="886967">
              <a:buSzPct val="100000"/>
              <a:buChar char="•"/>
              <a:defRPr sz="2100">
                <a:solidFill>
                  <a:srgbClr val="0F7698"/>
                </a:solidFill>
                <a:latin typeface="Times New Roman"/>
                <a:ea typeface="Times New Roman"/>
                <a:cs typeface="Times New Roman"/>
                <a:sym typeface="Times New Roman"/>
              </a:defRPr>
            </a:pPr>
            <a:r>
              <a:rPr lang="en-US" dirty="0">
                <a:solidFill>
                  <a:schemeClr val="accent2">
                    <a:lumMod val="50000"/>
                  </a:schemeClr>
                </a:solidFill>
                <a:latin typeface="Century Gothic"/>
                <a:ea typeface="Century Gothic"/>
                <a:cs typeface="Century Gothic"/>
                <a:sym typeface="Century Gothic"/>
              </a:rPr>
              <a:t>Mourya Vardhan Rathod</a:t>
            </a:r>
            <a:endParaRPr lang="en-US" dirty="0">
              <a:solidFill>
                <a:schemeClr val="accent2">
                  <a:lumMod val="50000"/>
                </a:schemeClr>
              </a:solidFill>
              <a:latin typeface="Century Gothic"/>
              <a:ea typeface="Century Gothic"/>
              <a:cs typeface="Century Gothic"/>
            </a:endParaRPr>
          </a:p>
          <a:p>
            <a:pPr marL="174625" indent="-174625" algn="ctr" defTabSz="886967">
              <a:buSzPct val="100000"/>
              <a:buChar char="•"/>
              <a:defRPr sz="2100">
                <a:solidFill>
                  <a:srgbClr val="0F7698"/>
                </a:solidFill>
                <a:latin typeface="Times New Roman"/>
                <a:ea typeface="Times New Roman"/>
                <a:cs typeface="Times New Roman"/>
                <a:sym typeface="Times New Roman"/>
              </a:defRPr>
            </a:pPr>
            <a:r>
              <a:rPr lang="en-US">
                <a:solidFill>
                  <a:schemeClr val="accent2">
                    <a:lumMod val="50000"/>
                  </a:schemeClr>
                </a:solidFill>
                <a:latin typeface="Century Gothic"/>
                <a:ea typeface="Century Gothic"/>
                <a:cs typeface="Century Gothic"/>
                <a:sym typeface="Century Gothic"/>
              </a:rPr>
              <a:t>Siddharth Kumar Maurya</a:t>
            </a:r>
            <a:endParaRPr lang="en-US">
              <a:solidFill>
                <a:schemeClr val="accent2">
                  <a:lumMod val="50000"/>
                </a:schemeClr>
              </a:solidFill>
              <a:latin typeface="Century Gothic"/>
              <a:ea typeface="Century Gothic"/>
              <a:cs typeface="Century Gothic"/>
            </a:endParaRPr>
          </a:p>
          <a:p>
            <a:pPr marL="174625" indent="-174625" algn="ctr" defTabSz="886967">
              <a:buSzPct val="100000"/>
              <a:buChar char="•"/>
              <a:defRPr sz="2100">
                <a:solidFill>
                  <a:srgbClr val="0F7698"/>
                </a:solidFill>
                <a:latin typeface="Times New Roman"/>
                <a:ea typeface="Times New Roman"/>
                <a:cs typeface="Times New Roman"/>
                <a:sym typeface="Times New Roman"/>
              </a:defRPr>
            </a:pPr>
            <a:r>
              <a:rPr lang="en-US" err="1">
                <a:solidFill>
                  <a:schemeClr val="accent2">
                    <a:lumMod val="50000"/>
                  </a:schemeClr>
                </a:solidFill>
                <a:latin typeface="Century Gothic"/>
                <a:ea typeface="Century Gothic"/>
                <a:cs typeface="Century Gothic"/>
                <a:sym typeface="Century Gothic"/>
              </a:rPr>
              <a:t>Chandrasekharraju</a:t>
            </a:r>
            <a:endParaRPr lang="en-US">
              <a:solidFill>
                <a:schemeClr val="accent2">
                  <a:lumMod val="50000"/>
                </a:schemeClr>
              </a:solidFill>
              <a:latin typeface="Century Gothic"/>
              <a:ea typeface="Century Gothic"/>
              <a:cs typeface="Century Gothic"/>
            </a:endParaRPr>
          </a:p>
          <a:p>
            <a:pPr marL="174625" indent="-174625" algn="ctr" defTabSz="886967">
              <a:buSzPct val="100000"/>
              <a:buChar char="•"/>
              <a:defRPr sz="2100">
                <a:solidFill>
                  <a:srgbClr val="0F7698"/>
                </a:solidFill>
                <a:latin typeface="Times New Roman"/>
                <a:ea typeface="Times New Roman"/>
                <a:cs typeface="Times New Roman"/>
                <a:sym typeface="Times New Roman"/>
              </a:defRPr>
            </a:pPr>
            <a:r>
              <a:rPr lang="en-US" dirty="0">
                <a:solidFill>
                  <a:schemeClr val="accent2">
                    <a:lumMod val="50000"/>
                  </a:schemeClr>
                </a:solidFill>
                <a:latin typeface="Century Gothic"/>
                <a:ea typeface="Century Gothic"/>
                <a:cs typeface="Century Gothic"/>
                <a:sym typeface="Century Gothic"/>
              </a:rPr>
              <a:t>Rupa </a:t>
            </a:r>
            <a:r>
              <a:rPr lang="en-US" dirty="0" err="1">
                <a:solidFill>
                  <a:schemeClr val="accent2">
                    <a:lumMod val="50000"/>
                  </a:schemeClr>
                </a:solidFill>
                <a:latin typeface="Century Gothic"/>
                <a:ea typeface="Century Gothic"/>
                <a:cs typeface="Century Gothic"/>
                <a:sym typeface="Century Gothic"/>
              </a:rPr>
              <a:t>Shrees</a:t>
            </a:r>
            <a:endParaRPr lang="en-US" dirty="0">
              <a:solidFill>
                <a:schemeClr val="accent2">
                  <a:lumMod val="50000"/>
                </a:schemeClr>
              </a:solidFill>
              <a:latin typeface="Century Gothic"/>
              <a:ea typeface="Century Gothic"/>
              <a:cs typeface="Century Gothic"/>
            </a:endParaRPr>
          </a:p>
          <a:p>
            <a:pPr marL="174625" indent="-174625" algn="ctr" defTabSz="886967">
              <a:buSzPct val="100000"/>
              <a:buChar char="•"/>
              <a:defRPr sz="2100">
                <a:solidFill>
                  <a:srgbClr val="0F7698"/>
                </a:solidFill>
                <a:latin typeface="Times New Roman"/>
                <a:ea typeface="Times New Roman"/>
                <a:cs typeface="Times New Roman"/>
                <a:sym typeface="Times New Roman"/>
              </a:defRPr>
            </a:pPr>
            <a:r>
              <a:rPr lang="en-US" dirty="0">
                <a:solidFill>
                  <a:schemeClr val="accent2">
                    <a:lumMod val="50000"/>
                  </a:schemeClr>
                </a:solidFill>
                <a:latin typeface="Century Gothic"/>
                <a:ea typeface="Century Gothic"/>
                <a:cs typeface="Century Gothic"/>
                <a:sym typeface="Century Gothic"/>
              </a:rPr>
              <a:t>Sanjana</a:t>
            </a:r>
            <a:endParaRPr lang="en-US" dirty="0">
              <a:solidFill>
                <a:schemeClr val="accent2">
                  <a:lumMod val="50000"/>
                </a:schemeClr>
              </a:solidFill>
              <a:latin typeface="Century Gothic"/>
              <a:ea typeface="Century Gothic"/>
              <a:cs typeface="Century Gothic"/>
            </a:endParaRPr>
          </a:p>
          <a:p>
            <a:pPr marL="174625" indent="-174625" algn="ctr" defTabSz="886967">
              <a:buSzPct val="100000"/>
              <a:buChar char="•"/>
              <a:defRPr sz="2100">
                <a:solidFill>
                  <a:srgbClr val="0F7698"/>
                </a:solidFill>
                <a:latin typeface="Times New Roman"/>
                <a:ea typeface="Times New Roman"/>
                <a:cs typeface="Times New Roman"/>
                <a:sym typeface="Times New Roman"/>
              </a:defRPr>
            </a:pPr>
            <a:r>
              <a:rPr lang="en-US" dirty="0">
                <a:solidFill>
                  <a:schemeClr val="accent2">
                    <a:lumMod val="50000"/>
                  </a:schemeClr>
                </a:solidFill>
                <a:latin typeface="Century Gothic"/>
                <a:ea typeface="Century Gothic"/>
                <a:cs typeface="Century Gothic"/>
                <a:sym typeface="Century Gothic"/>
              </a:rPr>
              <a:t>Subisha</a:t>
            </a:r>
            <a:endParaRPr dirty="0">
              <a:solidFill>
                <a:schemeClr val="accent2">
                  <a:lumMod val="50000"/>
                </a:schemeClr>
              </a:solidFill>
              <a:latin typeface="Century Gothic"/>
              <a:ea typeface="Century Gothic"/>
              <a:cs typeface="Century Gothic"/>
            </a:endParaRPr>
          </a:p>
        </p:txBody>
      </p:sp>
    </p:spTree>
  </p:cSld>
  <p:clrMapOvr>
    <a:masterClrMapping/>
  </p:clrMapOvr>
  <mc:AlternateContent xmlns:mc="http://schemas.openxmlformats.org/markup-compatibility/2006" xmlns:p14="http://schemas.microsoft.com/office/powerpoint/2010/main">
    <mc:Choice Requires="p14">
      <p:transition spd="slow" p14:dur="1200">
        <p:fad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FitBuddy is a web application designed to be your permanent fitness companion.…"/>
          <p:cNvSpPr txBox="1">
            <a:spLocks noGrp="1"/>
          </p:cNvSpPr>
          <p:nvPr>
            <p:ph type="ctrTitle"/>
          </p:nvPr>
        </p:nvSpPr>
        <p:spPr>
          <a:xfrm>
            <a:off x="807764" y="1793994"/>
            <a:ext cx="9089769" cy="4276606"/>
          </a:xfrm>
          <a:prstGeom prst="rect">
            <a:avLst/>
          </a:prstGeom>
        </p:spPr>
        <p:txBody>
          <a:bodyPr lIns="45719" tIns="45720" rIns="45719" bIns="45720" anchor="b">
            <a:normAutofit fontScale="90000"/>
          </a:bodyPr>
          <a:lstStyle/>
          <a:p>
            <a:pPr algn="l" defTabSz="195452">
              <a:defRPr sz="1520" b="1">
                <a:solidFill>
                  <a:srgbClr val="000000"/>
                </a:solidFill>
                <a:latin typeface="Times Roman"/>
                <a:ea typeface="Times Roman"/>
                <a:cs typeface="Times Roman"/>
                <a:sym typeface="Times Roman"/>
              </a:defRPr>
            </a:pPr>
            <a:endParaRPr/>
          </a:p>
          <a:p>
            <a:pPr marL="136525" indent="-136525" algn="l" defTabSz="195452">
              <a:defRPr sz="1710" b="1">
                <a:solidFill>
                  <a:srgbClr val="000000"/>
                </a:solidFill>
                <a:latin typeface="Times Roman"/>
                <a:ea typeface="Times Roman"/>
                <a:cs typeface="Times Roman"/>
                <a:sym typeface="Times Roman"/>
              </a:defRPr>
            </a:pPr>
            <a:r>
              <a:rPr lang="en-US" sz="1500" err="1">
                <a:latin typeface="+mn-lt"/>
              </a:rPr>
              <a:t>WasteZero</a:t>
            </a:r>
            <a:r>
              <a:rPr lang="en-US" sz="1500">
                <a:latin typeface="+mn-lt"/>
              </a:rPr>
              <a:t> is a comprehensive environmental impact management platform that connects volunteers with NGOs and waste management organizations to facilitate environmental cleanup initiatives and recycling programs. Built with React 19, Node.js/Express, and MongoDB, the platform features role-based dashboards for admins, NGOs, and volunteers, enabling efficient coordination of waste collection and sustainability initiatives. The application includes real-time messaging with Socket.IO, advanced event management with volunteer application workflows, and secure JWT authentication with OTP-based password recovery. </a:t>
            </a:r>
            <a:r>
              <a:rPr lang="en-US" sz="1500" err="1">
                <a:latin typeface="+mn-lt"/>
              </a:rPr>
              <a:t>WasteZero</a:t>
            </a:r>
            <a:r>
              <a:rPr lang="en-US" sz="1500">
                <a:latin typeface="+mn-lt"/>
              </a:rPr>
              <a:t> empowers communities to engage in environmental action through a modern, responsive web interface designed to build a sustainable future.</a:t>
            </a:r>
            <a:endParaRPr sz="1500">
              <a:latin typeface="+mn-lt"/>
            </a:endParaRPr>
          </a:p>
          <a:p>
            <a:pPr marL="136525" indent="-136525" algn="l" defTabSz="195452">
              <a:defRPr sz="1710" b="1">
                <a:solidFill>
                  <a:srgbClr val="000000"/>
                </a:solidFill>
                <a:latin typeface="Times Roman"/>
                <a:ea typeface="Times Roman"/>
                <a:cs typeface="Times Roman"/>
                <a:sym typeface="Times Roman"/>
              </a:defRPr>
            </a:pPr>
            <a:endParaRPr sz="1520"/>
          </a:p>
          <a:p>
            <a:pPr marL="136525" indent="-136525" algn="l" defTabSz="195452">
              <a:defRPr sz="1710" b="1">
                <a:solidFill>
                  <a:srgbClr val="000000"/>
                </a:solidFill>
                <a:latin typeface="Times Roman"/>
                <a:ea typeface="Times Roman"/>
                <a:cs typeface="Times Roman"/>
                <a:sym typeface="Times Roman"/>
              </a:defRPr>
            </a:pPr>
            <a:r>
              <a:t>  Key features include:-</a:t>
            </a:r>
          </a:p>
          <a:p>
            <a:pPr marL="136525" indent="-136525" algn="l" defTabSz="195452">
              <a:defRPr sz="1710" b="1">
                <a:solidFill>
                  <a:srgbClr val="000000"/>
                </a:solidFill>
                <a:latin typeface="Times Roman"/>
                <a:ea typeface="Times Roman"/>
                <a:cs typeface="Times Roman"/>
                <a:sym typeface="Times Roman"/>
              </a:defRPr>
            </a:pPr>
            <a:endParaRPr/>
          </a:p>
          <a:p>
            <a:pPr marL="136525" lvl="2" indent="188595" defTabSz="195452">
              <a:defRPr sz="1520" b="1">
                <a:solidFill>
                  <a:srgbClr val="000000"/>
                </a:solidFill>
                <a:latin typeface="Times Roman"/>
                <a:ea typeface="Times Roman"/>
                <a:cs typeface="Times Roman"/>
                <a:sym typeface="Times Roman"/>
              </a:defRPr>
            </a:pPr>
            <a:r>
              <a:t> ● User authentication.</a:t>
            </a:r>
          </a:p>
          <a:p>
            <a:pPr marL="136525" lvl="2" indent="188595" defTabSz="195452">
              <a:defRPr sz="1520" b="1">
                <a:solidFill>
                  <a:srgbClr val="000000"/>
                </a:solidFill>
                <a:latin typeface="Times Roman"/>
                <a:ea typeface="Times Roman"/>
                <a:cs typeface="Times Roman"/>
                <a:sym typeface="Times Roman"/>
              </a:defRPr>
            </a:pPr>
            <a:endParaRPr/>
          </a:p>
          <a:p>
            <a:pPr marL="136525" lvl="2" indent="188595" defTabSz="195452">
              <a:defRPr sz="1520" b="1">
                <a:solidFill>
                  <a:srgbClr val="000000"/>
                </a:solidFill>
                <a:latin typeface="Times Roman"/>
                <a:ea typeface="Times Roman"/>
                <a:cs typeface="Times Roman"/>
                <a:sym typeface="Times Roman"/>
              </a:defRPr>
            </a:pPr>
            <a:r>
              <a:t>● Personalized dashboard.</a:t>
            </a:r>
          </a:p>
          <a:p>
            <a:pPr marL="136525" lvl="2" indent="188595" defTabSz="195452">
              <a:defRPr sz="1520" b="1">
                <a:solidFill>
                  <a:srgbClr val="000000"/>
                </a:solidFill>
                <a:latin typeface="Times Roman"/>
                <a:ea typeface="Times Roman"/>
                <a:cs typeface="Times Roman"/>
                <a:sym typeface="Times Roman"/>
              </a:defRPr>
            </a:pPr>
            <a:endParaRPr/>
          </a:p>
          <a:p>
            <a:pPr marL="136525" lvl="2" indent="188595" defTabSz="195452">
              <a:defRPr sz="1520" b="1">
                <a:solidFill>
                  <a:srgbClr val="000000"/>
                </a:solidFill>
                <a:latin typeface="Times Roman"/>
                <a:ea typeface="Times Roman"/>
                <a:cs typeface="Times Roman"/>
                <a:sym typeface="Times Roman"/>
              </a:defRPr>
            </a:pPr>
            <a:r>
              <a:rPr sz="1500"/>
              <a:t>●</a:t>
            </a:r>
            <a:r>
              <a:rPr lang="en-US" sz="1500"/>
              <a:t>Event tracking</a:t>
            </a:r>
            <a:r>
              <a:rPr sz="1500"/>
              <a:t>, and more.</a:t>
            </a:r>
            <a:br>
              <a:rPr lang="en-US" sz="1500"/>
            </a:br>
            <a:br>
              <a:rPr lang="en-US" sz="1500"/>
            </a:br>
            <a:r>
              <a:rPr lang="en-US" sz="1600"/>
              <a:t>    ●Role based Dashboards</a:t>
            </a:r>
          </a:p>
        </p:txBody>
      </p:sp>
      <p:sp>
        <p:nvSpPr>
          <p:cNvPr id="179" name="&quot;Fitness for everyone, regardless of age, ability, or background.”"/>
          <p:cNvSpPr txBox="1"/>
          <p:nvPr/>
        </p:nvSpPr>
        <p:spPr>
          <a:xfrm>
            <a:off x="807766" y="1481242"/>
            <a:ext cx="8719692" cy="46166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8" tIns="45718" rIns="45718" bIns="45718">
            <a:spAutoFit/>
          </a:bodyPr>
          <a:lstStyle>
            <a:lvl1pPr>
              <a:defRPr sz="2400" b="1">
                <a:solidFill>
                  <a:srgbClr val="005493"/>
                </a:solidFill>
                <a:latin typeface="Times New Roman"/>
                <a:ea typeface="Times New Roman"/>
                <a:cs typeface="Times New Roman"/>
                <a:sym typeface="Times New Roman"/>
              </a:defRPr>
            </a:lvl1pPr>
          </a:lstStyle>
          <a:p>
            <a:r>
              <a:t>"</a:t>
            </a:r>
            <a:r>
              <a:rPr lang="en-US"/>
              <a:t> Every Click Counts - Platform for Planetary Change</a:t>
            </a:r>
            <a:r>
              <a:t>.”</a:t>
            </a:r>
          </a:p>
        </p:txBody>
      </p:sp>
      <p:sp>
        <p:nvSpPr>
          <p:cNvPr id="180" name="TextBox 1"/>
          <p:cNvSpPr txBox="1"/>
          <p:nvPr/>
        </p:nvSpPr>
        <p:spPr>
          <a:xfrm>
            <a:off x="1862585" y="190498"/>
            <a:ext cx="8038518" cy="707886"/>
          </a:xfrm>
          <a:prstGeom prst="rect">
            <a:avLst/>
          </a:prstGeom>
          <a:ln w="12700">
            <a:solidFill>
              <a:schemeClr val="accent4"/>
            </a:solidFill>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tIns="45720" rIns="45719" bIns="45720" anchor="t">
            <a:spAutoFit/>
          </a:bodyPr>
          <a:lstStyle>
            <a:lvl1pPr>
              <a:defRPr sz="4000">
                <a:solidFill>
                  <a:schemeClr val="accent2"/>
                </a:solidFill>
                <a:latin typeface="Times New Roman"/>
                <a:ea typeface="Times New Roman"/>
                <a:cs typeface="Times New Roman"/>
                <a:sym typeface="Times New Roman"/>
              </a:defRPr>
            </a:lvl1pPr>
          </a:lstStyle>
          <a:p>
            <a:r>
              <a:rPr>
                <a:solidFill>
                  <a:schemeClr val="accent4"/>
                </a:solidFill>
              </a:rPr>
              <a:t>INTRODUCTION </a:t>
            </a:r>
            <a:r>
              <a:rPr lang="en-US">
                <a:solidFill>
                  <a:schemeClr val="accent4"/>
                </a:solidFill>
              </a:rPr>
              <a:t>TO WASTEZERO</a:t>
            </a:r>
            <a:endParaRPr>
              <a:solidFill>
                <a:schemeClr val="accent4"/>
              </a:solidFill>
            </a:endParaRPr>
          </a:p>
        </p:txBody>
      </p:sp>
      <p:pic>
        <p:nvPicPr>
          <p:cNvPr id="2" name="Picture 1" descr="♻️">
            <a:extLst>
              <a:ext uri="{FF2B5EF4-FFF2-40B4-BE49-F238E27FC236}">
                <a16:creationId xmlns:a16="http://schemas.microsoft.com/office/drawing/2014/main" id="{2B37846D-035B-003E-CC96-DC73E182C6E1}"/>
              </a:ext>
            </a:extLst>
          </p:cNvPr>
          <p:cNvPicPr>
            <a:picLocks noChangeAspect="1"/>
          </p:cNvPicPr>
          <p:nvPr/>
        </p:nvPicPr>
        <p:blipFill>
          <a:blip r:embed="rId2"/>
          <a:stretch>
            <a:fillRect/>
          </a:stretch>
        </p:blipFill>
        <p:spPr>
          <a:xfrm>
            <a:off x="1003852" y="283265"/>
            <a:ext cx="609600" cy="6096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LANDING PAGE"/>
          <p:cNvSpPr txBox="1">
            <a:spLocks noGrp="1"/>
          </p:cNvSpPr>
          <p:nvPr>
            <p:ph type="ctrTitle"/>
          </p:nvPr>
        </p:nvSpPr>
        <p:spPr>
          <a:xfrm>
            <a:off x="2826562" y="-1"/>
            <a:ext cx="4935794" cy="727589"/>
          </a:xfrm>
          <a:prstGeom prst="rect">
            <a:avLst/>
          </a:prstGeom>
        </p:spPr>
        <p:txBody>
          <a:bodyPr>
            <a:normAutofit fontScale="90000"/>
          </a:bodyPr>
          <a:lstStyle>
            <a:lvl1pPr defTabSz="429768">
              <a:defRPr sz="4512">
                <a:solidFill>
                  <a:schemeClr val="accent2"/>
                </a:solidFill>
                <a:latin typeface="Times New Roman"/>
                <a:ea typeface="Times New Roman"/>
                <a:cs typeface="Times New Roman"/>
                <a:sym typeface="Times New Roman"/>
              </a:defRPr>
            </a:lvl1pPr>
          </a:lstStyle>
          <a:p>
            <a:r>
              <a:t>LANDING PAGE</a:t>
            </a:r>
          </a:p>
        </p:txBody>
      </p:sp>
      <p:grpSp>
        <p:nvGrpSpPr>
          <p:cNvPr id="185" name="Image Gallery"/>
          <p:cNvGrpSpPr/>
          <p:nvPr/>
        </p:nvGrpSpPr>
        <p:grpSpPr>
          <a:xfrm>
            <a:off x="1141178" y="897467"/>
            <a:ext cx="8207782" cy="5750029"/>
            <a:chOff x="0" y="-75838"/>
            <a:chExt cx="8207781" cy="5750027"/>
          </a:xfrm>
        </p:grpSpPr>
        <p:pic>
          <p:nvPicPr>
            <p:cNvPr id="183" name="Screenshot 2024-05-29 at 2.17.59 AM.png"/>
            <p:cNvPicPr>
              <a:picLocks noChangeAspect="1"/>
            </p:cNvPicPr>
            <p:nvPr/>
          </p:nvPicPr>
          <p:blipFill>
            <a:blip r:embed="rId2">
              <a:extLst>
                <a:ext uri="{28A0092B-C50C-407E-A947-70E740481C1C}">
                  <a14:useLocalDpi xmlns:a14="http://schemas.microsoft.com/office/drawing/2010/main" val="0"/>
                </a:ext>
              </a:extLst>
            </a:blip>
            <a:srcRect t="6911" b="6911"/>
            <a:stretch/>
          </p:blipFill>
          <p:spPr>
            <a:xfrm>
              <a:off x="78655" y="-75838"/>
              <a:ext cx="8129126" cy="3603911"/>
            </a:xfrm>
            <a:prstGeom prst="rect">
              <a:avLst/>
            </a:prstGeom>
            <a:ln w="12700" cap="flat">
              <a:noFill/>
              <a:miter lim="400000"/>
            </a:ln>
            <a:effectLst/>
          </p:spPr>
        </p:pic>
        <p:sp>
          <p:nvSpPr>
            <p:cNvPr id="184" name="Contains the FitBuddy logo and navigation links to Home, Signup, Login, and Contact Us pages.…"/>
            <p:cNvSpPr txBox="1"/>
            <p:nvPr/>
          </p:nvSpPr>
          <p:spPr>
            <a:xfrm>
              <a:off x="0" y="3689031"/>
              <a:ext cx="8149250" cy="1985158"/>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76200" tIns="76200" rIns="76200" bIns="76200" numCol="1" anchor="t">
              <a:spAutoFit/>
            </a:bodyPr>
            <a:lstStyle/>
            <a:p>
              <a:pPr marL="180472" indent="-180472">
                <a:buSzPct val="100000"/>
                <a:buChar char="•"/>
                <a:defRPr sz="1700">
                  <a:latin typeface="Times New Roman"/>
                  <a:ea typeface="Times New Roman"/>
                  <a:cs typeface="Times New Roman"/>
                  <a:sym typeface="Times New Roman"/>
                </a:defRPr>
              </a:pPr>
              <a:r>
                <a:t>Contains the </a:t>
              </a:r>
              <a:r>
                <a:rPr lang="en-US"/>
                <a:t>Waste Zero –sustainable Future</a:t>
              </a:r>
              <a:r>
                <a:t> and navigation links to Home, Signup, Login, and Contact Us pages.</a:t>
              </a:r>
            </a:p>
            <a:p>
              <a:pPr marL="180472" indent="-180472">
                <a:buSzPct val="100000"/>
                <a:buChar char="•"/>
                <a:defRPr sz="1700" b="1">
                  <a:latin typeface="Times New Roman"/>
                  <a:ea typeface="Times New Roman"/>
                  <a:cs typeface="Times New Roman"/>
                  <a:sym typeface="Times New Roman"/>
                </a:defRPr>
              </a:pPr>
              <a:r>
                <a:t>Home:- </a:t>
              </a:r>
              <a:r>
                <a:rPr b="0"/>
                <a:t>Returns to the landing page.</a:t>
              </a:r>
            </a:p>
            <a:p>
              <a:pPr marL="180472" indent="-180472">
                <a:buSzPct val="100000"/>
                <a:buChar char="•"/>
                <a:defRPr sz="1700" b="1">
                  <a:latin typeface="Times New Roman"/>
                  <a:ea typeface="Times New Roman"/>
                  <a:cs typeface="Times New Roman"/>
                  <a:sym typeface="Times New Roman"/>
                </a:defRPr>
              </a:pPr>
              <a:r>
                <a:t>Signup:- </a:t>
              </a:r>
              <a:r>
                <a:rPr b="0"/>
                <a:t>Takes the user to the signup page to create a new account.</a:t>
              </a:r>
            </a:p>
            <a:p>
              <a:pPr marL="180472" indent="-180472">
                <a:buSzPct val="100000"/>
                <a:buChar char="•"/>
                <a:defRPr sz="1700" b="1">
                  <a:latin typeface="Times New Roman"/>
                  <a:ea typeface="Times New Roman"/>
                  <a:cs typeface="Times New Roman"/>
                  <a:sym typeface="Times New Roman"/>
                </a:defRPr>
              </a:pPr>
              <a:r>
                <a:t>Login:- </a:t>
              </a:r>
              <a:r>
                <a:rPr b="0"/>
                <a:t>Takes the user to the login page to access their existing account.</a:t>
              </a:r>
            </a:p>
            <a:p>
              <a:pPr marL="180472" indent="-180472">
                <a:buSzPct val="100000"/>
                <a:buChar char="•"/>
                <a:defRPr sz="1700" b="1">
                  <a:latin typeface="Times New Roman"/>
                  <a:ea typeface="Times New Roman"/>
                  <a:cs typeface="Times New Roman"/>
                  <a:sym typeface="Times New Roman"/>
                </a:defRPr>
              </a:pPr>
              <a:r>
                <a:t>Contact Us:- </a:t>
              </a:r>
              <a:r>
                <a:rPr b="0"/>
                <a:t>Provides information on how to reach the </a:t>
              </a:r>
              <a:r>
                <a:rPr lang="en-US"/>
                <a:t>Waste Zero </a:t>
              </a:r>
              <a:r>
                <a:rPr b="0"/>
                <a:t>team for support or inquiries.</a:t>
              </a:r>
            </a:p>
          </p:txBody>
        </p:sp>
      </p:gr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LOGIN PAGE"/>
          <p:cNvSpPr txBox="1">
            <a:spLocks noGrp="1"/>
          </p:cNvSpPr>
          <p:nvPr>
            <p:ph type="ctrTitle"/>
          </p:nvPr>
        </p:nvSpPr>
        <p:spPr>
          <a:xfrm>
            <a:off x="3018502" y="30556"/>
            <a:ext cx="4287024" cy="698090"/>
          </a:xfrm>
          <a:prstGeom prst="rect">
            <a:avLst/>
          </a:prstGeom>
        </p:spPr>
        <p:txBody>
          <a:bodyPr>
            <a:normAutofit fontScale="90000"/>
          </a:bodyPr>
          <a:lstStyle>
            <a:lvl1pPr defTabSz="420943">
              <a:defRPr sz="4371">
                <a:solidFill>
                  <a:schemeClr val="accent2"/>
                </a:solidFill>
                <a:latin typeface="Times New Roman"/>
                <a:ea typeface="Times New Roman"/>
                <a:cs typeface="Times New Roman"/>
                <a:sym typeface="Times New Roman"/>
              </a:defRPr>
            </a:lvl1pPr>
          </a:lstStyle>
          <a:p>
            <a:r>
              <a:t>LOGIN PAGE</a:t>
            </a:r>
          </a:p>
        </p:txBody>
      </p:sp>
      <p:pic>
        <p:nvPicPr>
          <p:cNvPr id="188" name="Screenshot 2024-05-29 at 2.43.46 AM.png"/>
          <p:cNvPicPr>
            <a:picLocks noChangeAspect="1"/>
          </p:cNvPicPr>
          <p:nvPr/>
        </p:nvPicPr>
        <p:blipFill>
          <a:blip r:embed="rId2">
            <a:extLst>
              <a:ext uri="{28A0092B-C50C-407E-A947-70E740481C1C}">
                <a14:useLocalDpi xmlns:a14="http://schemas.microsoft.com/office/drawing/2010/main" val="0"/>
              </a:ext>
            </a:extLst>
          </a:blip>
          <a:srcRect l="3772" r="3772"/>
          <a:stretch/>
        </p:blipFill>
        <p:spPr>
          <a:xfrm>
            <a:off x="1319770" y="1021581"/>
            <a:ext cx="7448665" cy="4175096"/>
          </a:xfrm>
          <a:prstGeom prst="rect">
            <a:avLst/>
          </a:prstGeom>
          <a:ln w="12700">
            <a:miter lim="400000"/>
          </a:ln>
        </p:spPr>
      </p:pic>
      <p:sp>
        <p:nvSpPr>
          <p:cNvPr id="189" name="The login page includes fields for Email and Password.…"/>
          <p:cNvSpPr txBox="1"/>
          <p:nvPr/>
        </p:nvSpPr>
        <p:spPr>
          <a:xfrm>
            <a:off x="1803146" y="5370407"/>
            <a:ext cx="6711724" cy="110799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8" tIns="45718" rIns="45718" bIns="45718">
            <a:spAutoFit/>
          </a:bodyPr>
          <a:lstStyle/>
          <a:p>
            <a:pPr marL="180472" indent="-180472">
              <a:buSzPct val="100000"/>
              <a:buChar char="•"/>
              <a:defRPr sz="2200">
                <a:latin typeface="Times New Roman"/>
                <a:ea typeface="Times New Roman"/>
                <a:cs typeface="Times New Roman"/>
                <a:sym typeface="Times New Roman"/>
              </a:defRPr>
            </a:pPr>
            <a:r>
              <a:t>The login page includes fields for Email and Password.</a:t>
            </a:r>
          </a:p>
          <a:p>
            <a:pPr marL="180472" indent="-180472">
              <a:buSzPct val="100000"/>
              <a:buChar char="•"/>
              <a:defRPr sz="2200">
                <a:latin typeface="Times New Roman"/>
                <a:ea typeface="Times New Roman"/>
                <a:cs typeface="Times New Roman"/>
                <a:sym typeface="Times New Roman"/>
              </a:defRPr>
            </a:pPr>
            <a:r>
              <a:t>User can directly redirect to </a:t>
            </a:r>
            <a:r>
              <a:rPr lang="en-US"/>
              <a:t>Login</a:t>
            </a:r>
            <a:r>
              <a:t> page</a:t>
            </a:r>
          </a:p>
          <a:p>
            <a:pPr marL="180472" indent="-180472">
              <a:buSzPct val="100000"/>
              <a:buChar char="•"/>
              <a:defRPr sz="2200">
                <a:latin typeface="Times New Roman"/>
                <a:ea typeface="Times New Roman"/>
                <a:cs typeface="Times New Roman"/>
                <a:sym typeface="Times New Roman"/>
              </a:defRPr>
            </a:pPr>
            <a:r>
              <a:t>Including Password Recovery function</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SIGN-UP PAGE"/>
          <p:cNvSpPr txBox="1">
            <a:spLocks noGrp="1"/>
          </p:cNvSpPr>
          <p:nvPr>
            <p:ph type="ctrTitle"/>
          </p:nvPr>
        </p:nvSpPr>
        <p:spPr>
          <a:xfrm>
            <a:off x="2939845" y="818"/>
            <a:ext cx="4311419" cy="736902"/>
          </a:xfrm>
          <a:prstGeom prst="rect">
            <a:avLst/>
          </a:prstGeom>
        </p:spPr>
        <p:txBody>
          <a:bodyPr>
            <a:normAutofit fontScale="90000"/>
          </a:bodyPr>
          <a:lstStyle>
            <a:lvl1pPr defTabSz="430179">
              <a:defRPr sz="4656">
                <a:solidFill>
                  <a:schemeClr val="accent2"/>
                </a:solidFill>
                <a:latin typeface="Times New Roman"/>
                <a:ea typeface="Times New Roman"/>
                <a:cs typeface="Times New Roman"/>
                <a:sym typeface="Times New Roman"/>
              </a:defRPr>
            </a:lvl1pPr>
          </a:lstStyle>
          <a:p>
            <a:r>
              <a:rPr lang="en-US"/>
              <a:t>Registration</a:t>
            </a:r>
            <a:r>
              <a:t> PAGE</a:t>
            </a:r>
          </a:p>
        </p:txBody>
      </p:sp>
      <p:pic>
        <p:nvPicPr>
          <p:cNvPr id="192" name="Screenshot 2024-05-29 at 2.43.53 AM.png"/>
          <p:cNvPicPr>
            <a:picLocks noChangeAspect="1"/>
          </p:cNvPicPr>
          <p:nvPr/>
        </p:nvPicPr>
        <p:blipFill>
          <a:blip r:embed="rId2">
            <a:extLst>
              <a:ext uri="{28A0092B-C50C-407E-A947-70E740481C1C}">
                <a14:useLocalDpi xmlns:a14="http://schemas.microsoft.com/office/drawing/2010/main" val="0"/>
              </a:ext>
            </a:extLst>
          </a:blip>
          <a:srcRect l="4096" r="4096"/>
          <a:stretch/>
        </p:blipFill>
        <p:spPr>
          <a:xfrm>
            <a:off x="1088740" y="864719"/>
            <a:ext cx="7572897" cy="4231845"/>
          </a:xfrm>
          <a:prstGeom prst="rect">
            <a:avLst/>
          </a:prstGeom>
          <a:ln w="12700">
            <a:miter lim="400000"/>
          </a:ln>
        </p:spPr>
      </p:pic>
      <p:sp>
        <p:nvSpPr>
          <p:cNvPr id="193" name="The signup page includes a form where users can enter their details (name, email, password) to create an account.…"/>
          <p:cNvSpPr txBox="1"/>
          <p:nvPr/>
        </p:nvSpPr>
        <p:spPr>
          <a:xfrm>
            <a:off x="1136295" y="5151675"/>
            <a:ext cx="8102894" cy="101565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8" tIns="45718" rIns="45718" bIns="45718">
            <a:spAutoFit/>
          </a:bodyPr>
          <a:lstStyle/>
          <a:p>
            <a:pPr marL="180472" indent="-180472">
              <a:buSzPct val="100000"/>
              <a:buChar char="•"/>
              <a:defRPr sz="2000">
                <a:latin typeface="Times New Roman"/>
                <a:ea typeface="Times New Roman"/>
                <a:cs typeface="Times New Roman"/>
                <a:sym typeface="Times New Roman"/>
              </a:defRPr>
            </a:pPr>
            <a:r>
              <a:t>The </a:t>
            </a:r>
            <a:r>
              <a:rPr lang="en-US"/>
              <a:t>Register</a:t>
            </a:r>
            <a:r>
              <a:t> page includes a form where users can enter their details (name, email, </a:t>
            </a:r>
            <a:r>
              <a:rPr err="1"/>
              <a:t>password</a:t>
            </a:r>
            <a:r>
              <a:rPr lang="en-US" err="1"/>
              <a:t>,location,Role,Skills,Bio</a:t>
            </a:r>
            <a:r>
              <a:t>) to create an account.</a:t>
            </a:r>
          </a:p>
          <a:p>
            <a:pPr marL="180472" indent="-180472">
              <a:buSzPct val="100000"/>
              <a:buChar char="•"/>
              <a:defRPr sz="2000">
                <a:latin typeface="Times New Roman"/>
                <a:ea typeface="Times New Roman"/>
                <a:cs typeface="Times New Roman"/>
                <a:sym typeface="Times New Roman"/>
              </a:defRPr>
            </a:pPr>
            <a:r>
              <a:t>User can redirect to </a:t>
            </a:r>
            <a:r>
              <a:rPr lang="en-US"/>
              <a:t>Logi</a:t>
            </a:r>
            <a:r>
              <a:t>n page</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FORGOT PASSWORD PAGE"/>
          <p:cNvSpPr txBox="1">
            <a:spLocks noGrp="1"/>
          </p:cNvSpPr>
          <p:nvPr>
            <p:ph type="ctrTitle"/>
          </p:nvPr>
        </p:nvSpPr>
        <p:spPr>
          <a:xfrm>
            <a:off x="1338012" y="-9833"/>
            <a:ext cx="7822660" cy="835743"/>
          </a:xfrm>
          <a:prstGeom prst="rect">
            <a:avLst/>
          </a:prstGeom>
        </p:spPr>
        <p:txBody>
          <a:bodyPr/>
          <a:lstStyle>
            <a:lvl1pPr defTabSz="402336">
              <a:defRPr sz="4800">
                <a:solidFill>
                  <a:schemeClr val="accent2"/>
                </a:solidFill>
                <a:latin typeface="Times New Roman"/>
                <a:ea typeface="Times New Roman"/>
                <a:cs typeface="Times New Roman"/>
                <a:sym typeface="Times New Roman"/>
              </a:defRPr>
            </a:lvl1pPr>
          </a:lstStyle>
          <a:p>
            <a:r>
              <a:t>FORGOT PASSWORD PAGE</a:t>
            </a:r>
          </a:p>
        </p:txBody>
      </p:sp>
      <p:pic>
        <p:nvPicPr>
          <p:cNvPr id="196" name="Screenshot 2024-05-29 at 10.35.19 AM.png"/>
          <p:cNvPicPr>
            <a:picLocks noChangeAspect="1"/>
          </p:cNvPicPr>
          <p:nvPr/>
        </p:nvPicPr>
        <p:blipFill>
          <a:blip r:embed="rId2" cstate="print">
            <a:extLst>
              <a:ext uri="{28A0092B-C50C-407E-A947-70E740481C1C}">
                <a14:useLocalDpi xmlns:a14="http://schemas.microsoft.com/office/drawing/2010/main" val="0"/>
              </a:ext>
            </a:extLst>
          </a:blip>
          <a:srcRect t="2655" b="2655"/>
          <a:stretch/>
        </p:blipFill>
        <p:spPr>
          <a:xfrm>
            <a:off x="1268084" y="1124798"/>
            <a:ext cx="7444932" cy="3642320"/>
          </a:xfrm>
          <a:prstGeom prst="rect">
            <a:avLst/>
          </a:prstGeom>
          <a:ln w="12700">
            <a:miter lim="400000"/>
          </a:ln>
        </p:spPr>
      </p:pic>
      <p:sp>
        <p:nvSpPr>
          <p:cNvPr id="197" name="Helps to recover the forgotten Password…"/>
          <p:cNvSpPr txBox="1"/>
          <p:nvPr/>
        </p:nvSpPr>
        <p:spPr>
          <a:xfrm>
            <a:off x="1863264" y="5066007"/>
            <a:ext cx="6772156" cy="95694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8" tIns="45718" rIns="45718" bIns="45718">
            <a:spAutoFit/>
          </a:bodyPr>
          <a:lstStyle/>
          <a:p>
            <a:pPr marL="180472" indent="-180472">
              <a:buSzPct val="100000"/>
              <a:buChar char="•"/>
              <a:defRPr sz="2000">
                <a:latin typeface="Times New Roman"/>
                <a:ea typeface="Times New Roman"/>
                <a:cs typeface="Times New Roman"/>
                <a:sym typeface="Times New Roman"/>
              </a:defRPr>
            </a:pPr>
            <a:r>
              <a:t>Helps to recover the forgotten Password</a:t>
            </a:r>
            <a:endParaRPr sz="2300"/>
          </a:p>
          <a:p>
            <a:pPr marL="180472" indent="-180472">
              <a:buSzPct val="100000"/>
              <a:buChar char="•"/>
              <a:defRPr sz="2000">
                <a:latin typeface="Times New Roman"/>
                <a:ea typeface="Times New Roman"/>
                <a:cs typeface="Times New Roman"/>
                <a:sym typeface="Times New Roman"/>
              </a:defRPr>
            </a:pPr>
            <a:r>
              <a:t>Uses a OTP verification</a:t>
            </a:r>
            <a:endParaRPr sz="2300"/>
          </a:p>
          <a:p>
            <a:pPr marL="180472" indent="-180472">
              <a:buSzPct val="100000"/>
              <a:buChar char="•"/>
              <a:defRPr sz="2000">
                <a:latin typeface="Times New Roman"/>
                <a:ea typeface="Times New Roman"/>
                <a:cs typeface="Times New Roman"/>
                <a:sym typeface="Times New Roman"/>
              </a:defRPr>
            </a:pPr>
            <a:r>
              <a:t>Contains a Email field</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DASHBOARD"/>
          <p:cNvSpPr txBox="1">
            <a:spLocks noGrp="1"/>
          </p:cNvSpPr>
          <p:nvPr>
            <p:ph type="ctrTitle"/>
          </p:nvPr>
        </p:nvSpPr>
        <p:spPr>
          <a:xfrm>
            <a:off x="3212683" y="108369"/>
            <a:ext cx="3937834" cy="742059"/>
          </a:xfrm>
          <a:prstGeom prst="rect">
            <a:avLst/>
          </a:prstGeom>
        </p:spPr>
        <p:txBody>
          <a:bodyPr>
            <a:normAutofit fontScale="90000"/>
          </a:bodyPr>
          <a:lstStyle>
            <a:lvl1pPr>
              <a:defRPr sz="4300">
                <a:solidFill>
                  <a:schemeClr val="accent2"/>
                </a:solidFill>
                <a:latin typeface="Times New Roman"/>
                <a:ea typeface="Times New Roman"/>
                <a:cs typeface="Times New Roman"/>
                <a:sym typeface="Times New Roman"/>
              </a:defRPr>
            </a:lvl1pPr>
          </a:lstStyle>
          <a:p>
            <a:r>
              <a:t>DASHBOARD</a:t>
            </a:r>
          </a:p>
        </p:txBody>
      </p:sp>
      <p:sp>
        <p:nvSpPr>
          <p:cNvPr id="200" name="Display the daily activities…"/>
          <p:cNvSpPr txBox="1"/>
          <p:nvPr/>
        </p:nvSpPr>
        <p:spPr>
          <a:xfrm>
            <a:off x="1078252" y="4925374"/>
            <a:ext cx="8704220" cy="169277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76200" tIns="76200" rIns="76200" bIns="76200">
            <a:spAutoFit/>
          </a:bodyPr>
          <a:lstStyle/>
          <a:p>
            <a:pPr marL="180472" indent="-180472">
              <a:buSzPct val="100000"/>
              <a:buChar char="•"/>
              <a:defRPr sz="2000">
                <a:latin typeface="Times New Roman"/>
                <a:ea typeface="Times New Roman"/>
                <a:cs typeface="Times New Roman"/>
                <a:sym typeface="Times New Roman"/>
              </a:defRPr>
            </a:pPr>
            <a:r>
              <a:rPr lang="en-US"/>
              <a:t>There are three different types of dashboards for </a:t>
            </a:r>
            <a:r>
              <a:rPr lang="en-US" err="1"/>
              <a:t>volunteer,NGO,and</a:t>
            </a:r>
            <a:r>
              <a:rPr lang="en-US"/>
              <a:t> Admin each contains different features.</a:t>
            </a:r>
          </a:p>
          <a:p>
            <a:pPr marL="180472" indent="-180472">
              <a:buSzPct val="100000"/>
              <a:buChar char="•"/>
              <a:defRPr sz="2000">
                <a:latin typeface="Times New Roman"/>
                <a:ea typeface="Times New Roman"/>
                <a:cs typeface="Times New Roman"/>
                <a:sym typeface="Times New Roman"/>
              </a:defRPr>
            </a:pPr>
            <a:r>
              <a:t>Display the daily activities</a:t>
            </a:r>
          </a:p>
          <a:p>
            <a:pPr marL="180472" indent="-180472">
              <a:buSzPct val="100000"/>
              <a:buChar char="•"/>
              <a:defRPr sz="2000">
                <a:latin typeface="Times New Roman"/>
                <a:ea typeface="Times New Roman"/>
                <a:cs typeface="Times New Roman"/>
                <a:sym typeface="Times New Roman"/>
              </a:defRPr>
            </a:pPr>
            <a:r>
              <a:t>Uses the </a:t>
            </a:r>
            <a:r>
              <a:rPr lang="en-US"/>
              <a:t>numbers</a:t>
            </a:r>
            <a:endParaRPr/>
          </a:p>
          <a:p>
            <a:pPr marL="180472" indent="-180472">
              <a:buSzPct val="100000"/>
              <a:buChar char="•"/>
              <a:defRPr sz="2000">
                <a:latin typeface="Times New Roman"/>
                <a:ea typeface="Times New Roman"/>
                <a:cs typeface="Times New Roman"/>
                <a:sym typeface="Times New Roman"/>
              </a:defRPr>
            </a:pPr>
            <a:r>
              <a:rPr lang="en-US"/>
              <a:t>EVENT</a:t>
            </a:r>
            <a:r>
              <a:t>-Completion percentage</a:t>
            </a:r>
          </a:p>
        </p:txBody>
      </p:sp>
      <p:pic>
        <p:nvPicPr>
          <p:cNvPr id="201" name="Picture 2"/>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470413" y="850428"/>
            <a:ext cx="7422373" cy="3838759"/>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MANAGE-GOALS"/>
          <p:cNvSpPr txBox="1">
            <a:spLocks noGrp="1"/>
          </p:cNvSpPr>
          <p:nvPr>
            <p:ph type="ctrTitle"/>
          </p:nvPr>
        </p:nvSpPr>
        <p:spPr>
          <a:xfrm>
            <a:off x="2621308" y="-9833"/>
            <a:ext cx="5168982" cy="897222"/>
          </a:xfrm>
          <a:prstGeom prst="rect">
            <a:avLst/>
          </a:prstGeom>
        </p:spPr>
        <p:txBody>
          <a:bodyPr/>
          <a:lstStyle>
            <a:lvl1pPr>
              <a:defRPr sz="4800">
                <a:solidFill>
                  <a:schemeClr val="accent2"/>
                </a:solidFill>
                <a:latin typeface="Times New Roman"/>
                <a:ea typeface="Times New Roman"/>
                <a:cs typeface="Times New Roman"/>
                <a:sym typeface="Times New Roman"/>
              </a:defRPr>
            </a:lvl1pPr>
          </a:lstStyle>
          <a:p>
            <a:r>
              <a:rPr lang="en-US"/>
              <a:t>MESSAGING</a:t>
            </a:r>
            <a:endParaRPr/>
          </a:p>
        </p:txBody>
      </p:sp>
      <p:pic>
        <p:nvPicPr>
          <p:cNvPr id="204" name="Screenshot 2024-05-29 at 4.15.21 PM.png"/>
          <p:cNvPicPr>
            <a:picLocks noChangeAspect="1"/>
          </p:cNvPicPr>
          <p:nvPr/>
        </p:nvPicPr>
        <p:blipFill>
          <a:blip r:embed="rId2" cstate="print">
            <a:extLst>
              <a:ext uri="{28A0092B-C50C-407E-A947-70E740481C1C}">
                <a14:useLocalDpi xmlns:a14="http://schemas.microsoft.com/office/drawing/2010/main" val="0"/>
              </a:ext>
            </a:extLst>
          </a:blip>
          <a:srcRect t="2628" b="2628"/>
          <a:stretch/>
        </p:blipFill>
        <p:spPr>
          <a:xfrm>
            <a:off x="1751847" y="1126278"/>
            <a:ext cx="6907904" cy="3423507"/>
          </a:xfrm>
          <a:prstGeom prst="rect">
            <a:avLst/>
          </a:prstGeom>
          <a:ln w="12700">
            <a:miter lim="400000"/>
          </a:ln>
        </p:spPr>
      </p:pic>
      <p:sp>
        <p:nvSpPr>
          <p:cNvPr id="205" name="Show All Exercises and Diets…"/>
          <p:cNvSpPr txBox="1"/>
          <p:nvPr/>
        </p:nvSpPr>
        <p:spPr>
          <a:xfrm>
            <a:off x="1586720" y="4655127"/>
            <a:ext cx="5507368" cy="138499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8" tIns="45718" rIns="45718" bIns="45718">
            <a:spAutoFit/>
          </a:bodyPr>
          <a:lstStyle/>
          <a:p>
            <a:pPr marL="180472" indent="-180472">
              <a:buSzPct val="100000"/>
              <a:buChar char="•"/>
              <a:defRPr sz="2100">
                <a:latin typeface="Times New Roman"/>
                <a:ea typeface="Times New Roman"/>
                <a:cs typeface="Times New Roman"/>
                <a:sym typeface="Times New Roman"/>
              </a:defRPr>
            </a:pPr>
            <a:r>
              <a:rPr lang="en-US"/>
              <a:t>This Messaging page can connect with the NGO’s ,Admin’s  and can clarify volunteers doubts</a:t>
            </a:r>
          </a:p>
          <a:p>
            <a:pPr marL="180472" indent="-180472">
              <a:buSzPct val="100000"/>
              <a:buChar char="•"/>
              <a:defRPr sz="2100">
                <a:latin typeface="Times New Roman"/>
                <a:ea typeface="Times New Roman"/>
                <a:cs typeface="Times New Roman"/>
                <a:sym typeface="Times New Roman"/>
              </a:defRPr>
            </a:pPr>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8C2AB-4896-22DD-0902-8A69D88D4630}"/>
              </a:ext>
            </a:extLst>
          </p:cNvPr>
          <p:cNvSpPr>
            <a:spLocks noGrp="1"/>
          </p:cNvSpPr>
          <p:nvPr>
            <p:ph type="title"/>
          </p:nvPr>
        </p:nvSpPr>
        <p:spPr>
          <a:xfrm>
            <a:off x="1114655" y="-23602"/>
            <a:ext cx="8596670" cy="1320800"/>
          </a:xfrm>
        </p:spPr>
        <p:txBody>
          <a:bodyPr/>
          <a:lstStyle/>
          <a:p>
            <a:r>
              <a:rPr lang="en-US"/>
              <a:t>                      WORK FLOW</a:t>
            </a:r>
          </a:p>
        </p:txBody>
      </p:sp>
      <p:graphicFrame>
        <p:nvGraphicFramePr>
          <p:cNvPr id="4" name="Diagram 3">
            <a:extLst>
              <a:ext uri="{FF2B5EF4-FFF2-40B4-BE49-F238E27FC236}">
                <a16:creationId xmlns:a16="http://schemas.microsoft.com/office/drawing/2014/main" id="{619A05B8-AD2C-686D-21CA-A30D0C01132E}"/>
              </a:ext>
            </a:extLst>
          </p:cNvPr>
          <p:cNvGraphicFramePr/>
          <p:nvPr>
            <p:extLst>
              <p:ext uri="{D42A27DB-BD31-4B8C-83A1-F6EECF244321}">
                <p14:modId xmlns:p14="http://schemas.microsoft.com/office/powerpoint/2010/main" val="3792962711"/>
              </p:ext>
            </p:extLst>
          </p:nvPr>
        </p:nvGraphicFramePr>
        <p:xfrm>
          <a:off x="978010" y="2580640"/>
          <a:ext cx="9398442" cy="42097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Diagram 4">
            <a:extLst>
              <a:ext uri="{FF2B5EF4-FFF2-40B4-BE49-F238E27FC236}">
                <a16:creationId xmlns:a16="http://schemas.microsoft.com/office/drawing/2014/main" id="{F4024977-EAF5-8E46-A9D4-700395AEA6AD}"/>
              </a:ext>
            </a:extLst>
          </p:cNvPr>
          <p:cNvGraphicFramePr/>
          <p:nvPr>
            <p:extLst>
              <p:ext uri="{D42A27DB-BD31-4B8C-83A1-F6EECF244321}">
                <p14:modId xmlns:p14="http://schemas.microsoft.com/office/powerpoint/2010/main" val="2064092928"/>
              </p:ext>
            </p:extLst>
          </p:nvPr>
        </p:nvGraphicFramePr>
        <p:xfrm>
          <a:off x="3648241" y="718379"/>
          <a:ext cx="4052597" cy="74407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7" name="Straight Arrow Connector 6">
            <a:extLst>
              <a:ext uri="{FF2B5EF4-FFF2-40B4-BE49-F238E27FC236}">
                <a16:creationId xmlns:a16="http://schemas.microsoft.com/office/drawing/2014/main" id="{1E9844B6-9BAA-2744-C6B5-7BF5F856DEB4}"/>
              </a:ext>
            </a:extLst>
          </p:cNvPr>
          <p:cNvCxnSpPr>
            <a:cxnSpLocks/>
          </p:cNvCxnSpPr>
          <p:nvPr/>
        </p:nvCxnSpPr>
        <p:spPr>
          <a:xfrm>
            <a:off x="5525453" y="1458949"/>
            <a:ext cx="3239168" cy="10968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1B6E5F05-75DD-125C-191E-A370CF6E24DD}"/>
              </a:ext>
            </a:extLst>
          </p:cNvPr>
          <p:cNvCxnSpPr>
            <a:cxnSpLocks/>
          </p:cNvCxnSpPr>
          <p:nvPr/>
        </p:nvCxnSpPr>
        <p:spPr>
          <a:xfrm>
            <a:off x="5553408" y="1467231"/>
            <a:ext cx="0" cy="1124099"/>
          </a:xfrm>
          <a:prstGeom prst="straightConnector1">
            <a:avLst/>
          </a:prstGeom>
          <a:ln>
            <a:tailEnd type="triangle"/>
          </a:ln>
          <a:effectLst/>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A5F47BD4-90C3-6B55-166C-B3722B51D257}"/>
              </a:ext>
            </a:extLst>
          </p:cNvPr>
          <p:cNvCxnSpPr>
            <a:cxnSpLocks/>
          </p:cNvCxnSpPr>
          <p:nvPr/>
        </p:nvCxnSpPr>
        <p:spPr>
          <a:xfrm flipH="1">
            <a:off x="2431915" y="1451682"/>
            <a:ext cx="3143233" cy="11289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9754033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A7980-C202-FAC3-6962-55E05193DA0A}"/>
              </a:ext>
            </a:extLst>
          </p:cNvPr>
          <p:cNvSpPr>
            <a:spLocks noGrp="1"/>
          </p:cNvSpPr>
          <p:nvPr>
            <p:ph type="title"/>
          </p:nvPr>
        </p:nvSpPr>
        <p:spPr>
          <a:xfrm>
            <a:off x="1478300" y="0"/>
            <a:ext cx="8596670" cy="1320800"/>
          </a:xfrm>
        </p:spPr>
        <p:txBody>
          <a:bodyPr/>
          <a:lstStyle/>
          <a:p>
            <a:r>
              <a:rPr lang="en-US"/>
              <a:t>                    WORK FLOW</a:t>
            </a:r>
          </a:p>
        </p:txBody>
      </p:sp>
      <p:sp>
        <p:nvSpPr>
          <p:cNvPr id="3" name="Rectangle: Rounded Corners 2">
            <a:extLst>
              <a:ext uri="{FF2B5EF4-FFF2-40B4-BE49-F238E27FC236}">
                <a16:creationId xmlns:a16="http://schemas.microsoft.com/office/drawing/2014/main" id="{86EFE42E-F4CC-A479-66DE-8247789704D6}"/>
              </a:ext>
            </a:extLst>
          </p:cNvPr>
          <p:cNvSpPr/>
          <p:nvPr/>
        </p:nvSpPr>
        <p:spPr>
          <a:xfrm>
            <a:off x="115158" y="1829430"/>
            <a:ext cx="1423925" cy="1021554"/>
          </a:xfrm>
          <a:prstGeom prst="roundRect">
            <a:avLst/>
          </a:prstGeom>
          <a:solidFill>
            <a:srgbClr val="FFFFFF"/>
          </a:solidFill>
          <a:ln w="19050" cap="rnd">
            <a:solidFill>
              <a:schemeClr val="accent4"/>
            </a:solidFill>
            <a:prstDash val="solid"/>
            <a:round/>
          </a:ln>
          <a:effectLst>
            <a:outerShdw blurRad="38100" dist="254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r>
              <a:rPr lang="en-US"/>
              <a:t>NGO        creates events</a:t>
            </a:r>
            <a:endParaRPr kumimoji="0" lang="en-US" sz="1800" b="0" i="0" u="none" strike="noStrike" cap="none" spc="0" normalizeH="0" baseline="0">
              <a:ln>
                <a:noFill/>
              </a:ln>
              <a:solidFill>
                <a:srgbClr val="000000"/>
              </a:solidFill>
              <a:effectLst/>
              <a:uFillTx/>
              <a:latin typeface="Trebuchet MS"/>
              <a:ea typeface="Trebuchet MS"/>
              <a:cs typeface="Trebuchet MS"/>
              <a:sym typeface="Trebuchet MS"/>
            </a:endParaRPr>
          </a:p>
        </p:txBody>
      </p:sp>
      <p:sp>
        <p:nvSpPr>
          <p:cNvPr id="4" name="Rectangle: Rounded Corners 3">
            <a:extLst>
              <a:ext uri="{FF2B5EF4-FFF2-40B4-BE49-F238E27FC236}">
                <a16:creationId xmlns:a16="http://schemas.microsoft.com/office/drawing/2014/main" id="{4DAE01BB-1814-8262-81A0-B8963A5B260E}"/>
              </a:ext>
            </a:extLst>
          </p:cNvPr>
          <p:cNvSpPr/>
          <p:nvPr/>
        </p:nvSpPr>
        <p:spPr>
          <a:xfrm>
            <a:off x="2337870" y="1829430"/>
            <a:ext cx="1423925" cy="1021554"/>
          </a:xfrm>
          <a:prstGeom prst="roundRect">
            <a:avLst/>
          </a:prstGeom>
          <a:solidFill>
            <a:srgbClr val="FFFFFF"/>
          </a:solidFill>
          <a:ln w="19050" cap="rnd">
            <a:solidFill>
              <a:schemeClr val="accent4"/>
            </a:solidFill>
            <a:prstDash val="solid"/>
            <a:round/>
          </a:ln>
          <a:effectLst>
            <a:outerShdw blurRad="38100" dist="254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a:ln>
                  <a:noFill/>
                </a:ln>
                <a:solidFill>
                  <a:srgbClr val="000000"/>
                </a:solidFill>
                <a:effectLst/>
                <a:uFillTx/>
                <a:latin typeface="Trebuchet MS"/>
                <a:ea typeface="Trebuchet MS"/>
                <a:cs typeface="Trebuchet MS"/>
                <a:sym typeface="Trebuchet MS"/>
              </a:rPr>
              <a:t>Volunteer </a:t>
            </a:r>
            <a:r>
              <a:rPr kumimoji="0" lang="en-US" sz="1800" b="0" i="0" u="none" strike="noStrike" cap="none" spc="0" normalizeH="0" baseline="0" err="1">
                <a:ln>
                  <a:noFill/>
                </a:ln>
                <a:solidFill>
                  <a:srgbClr val="000000"/>
                </a:solidFill>
                <a:effectLst/>
                <a:uFillTx/>
                <a:latin typeface="Trebuchet MS"/>
                <a:ea typeface="Trebuchet MS"/>
                <a:cs typeface="Trebuchet MS"/>
                <a:sym typeface="Trebuchet MS"/>
              </a:rPr>
              <a:t>applys</a:t>
            </a:r>
            <a:r>
              <a:rPr kumimoji="0" lang="en-US" sz="1800" b="0" i="0" u="none" strike="noStrike" cap="none" spc="0" normalizeH="0" baseline="0">
                <a:ln>
                  <a:noFill/>
                </a:ln>
                <a:solidFill>
                  <a:srgbClr val="000000"/>
                </a:solidFill>
                <a:effectLst/>
                <a:uFillTx/>
                <a:latin typeface="Trebuchet MS"/>
                <a:ea typeface="Trebuchet MS"/>
                <a:cs typeface="Trebuchet MS"/>
                <a:sym typeface="Trebuchet MS"/>
              </a:rPr>
              <a:t> for event</a:t>
            </a:r>
          </a:p>
        </p:txBody>
      </p:sp>
      <p:sp>
        <p:nvSpPr>
          <p:cNvPr id="5" name="Rectangle: Rounded Corners 4">
            <a:extLst>
              <a:ext uri="{FF2B5EF4-FFF2-40B4-BE49-F238E27FC236}">
                <a16:creationId xmlns:a16="http://schemas.microsoft.com/office/drawing/2014/main" id="{B668DD19-CB90-228A-731A-CC6A51166EE1}"/>
              </a:ext>
            </a:extLst>
          </p:cNvPr>
          <p:cNvSpPr/>
          <p:nvPr/>
        </p:nvSpPr>
        <p:spPr>
          <a:xfrm>
            <a:off x="4811393" y="1829430"/>
            <a:ext cx="1510749" cy="1021554"/>
          </a:xfrm>
          <a:prstGeom prst="roundRect">
            <a:avLst/>
          </a:prstGeom>
          <a:solidFill>
            <a:srgbClr val="FFFFFF"/>
          </a:solidFill>
          <a:ln w="19050" cap="rnd">
            <a:solidFill>
              <a:schemeClr val="accent4"/>
            </a:solidFill>
            <a:prstDash val="solid"/>
            <a:round/>
          </a:ln>
          <a:effectLst>
            <a:outerShdw blurRad="38100" dist="254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r>
              <a:rPr lang="en-US"/>
              <a:t>NGO        receives application</a:t>
            </a:r>
            <a:endParaRPr kumimoji="0" lang="en-US" sz="1800" b="0" i="0" u="none" strike="noStrike" cap="none" spc="0" normalizeH="0" baseline="0">
              <a:ln>
                <a:noFill/>
              </a:ln>
              <a:solidFill>
                <a:srgbClr val="000000"/>
              </a:solidFill>
              <a:effectLst/>
              <a:uFillTx/>
              <a:latin typeface="Trebuchet MS"/>
              <a:ea typeface="Trebuchet MS"/>
              <a:cs typeface="Trebuchet MS"/>
              <a:sym typeface="Trebuchet MS"/>
            </a:endParaRPr>
          </a:p>
        </p:txBody>
      </p:sp>
      <p:sp>
        <p:nvSpPr>
          <p:cNvPr id="7" name="Callout: Down Arrow 6">
            <a:extLst>
              <a:ext uri="{FF2B5EF4-FFF2-40B4-BE49-F238E27FC236}">
                <a16:creationId xmlns:a16="http://schemas.microsoft.com/office/drawing/2014/main" id="{B53F382B-2B3A-9918-72F9-FDD73A24FDF4}"/>
              </a:ext>
            </a:extLst>
          </p:cNvPr>
          <p:cNvSpPr/>
          <p:nvPr/>
        </p:nvSpPr>
        <p:spPr>
          <a:xfrm>
            <a:off x="7570284" y="1999010"/>
            <a:ext cx="1447137" cy="990121"/>
          </a:xfrm>
          <a:prstGeom prst="downArrowCallout">
            <a:avLst>
              <a:gd name="adj1" fmla="val 10340"/>
              <a:gd name="adj2" fmla="val 13757"/>
              <a:gd name="adj3" fmla="val 18270"/>
              <a:gd name="adj4" fmla="val 64761"/>
            </a:avLst>
          </a:prstGeom>
          <a:solidFill>
            <a:srgbClr val="FFFFFF"/>
          </a:solidFill>
          <a:ln w="19050" cap="rnd">
            <a:solidFill>
              <a:schemeClr val="accent4"/>
            </a:solidFill>
            <a:prstDash val="solid"/>
            <a:round/>
          </a:ln>
          <a:effectLst>
            <a:outerShdw blurRad="38100" dist="254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a:ln>
                  <a:solidFill>
                    <a:schemeClr val="accent4"/>
                  </a:solidFill>
                </a:ln>
                <a:solidFill>
                  <a:srgbClr val="000000"/>
                </a:solidFill>
                <a:effectLst/>
                <a:uFillTx/>
                <a:latin typeface="Trebuchet MS"/>
                <a:ea typeface="Trebuchet MS"/>
                <a:cs typeface="Trebuchet MS"/>
                <a:sym typeface="Trebuchet MS"/>
              </a:rPr>
              <a:t>   Approval</a:t>
            </a:r>
          </a:p>
          <a:p>
            <a:pPr marL="0" marR="0" indent="0" algn="l" defTabSz="4572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a:ln>
                  <a:solidFill>
                    <a:schemeClr val="accent4"/>
                  </a:solidFill>
                </a:ln>
                <a:solidFill>
                  <a:srgbClr val="000000"/>
                </a:solidFill>
                <a:effectLst/>
                <a:uFillTx/>
                <a:latin typeface="Trebuchet MS"/>
                <a:ea typeface="Trebuchet MS"/>
                <a:cs typeface="Trebuchet MS"/>
                <a:sym typeface="Trebuchet MS"/>
              </a:rPr>
              <a:t> </a:t>
            </a:r>
          </a:p>
        </p:txBody>
      </p:sp>
      <p:sp>
        <p:nvSpPr>
          <p:cNvPr id="8" name="Flowchart: Terminator 7">
            <a:extLst>
              <a:ext uri="{FF2B5EF4-FFF2-40B4-BE49-F238E27FC236}">
                <a16:creationId xmlns:a16="http://schemas.microsoft.com/office/drawing/2014/main" id="{C6A8D00C-2A30-FD31-96ED-3CCC61A291E1}"/>
              </a:ext>
            </a:extLst>
          </p:cNvPr>
          <p:cNvSpPr/>
          <p:nvPr/>
        </p:nvSpPr>
        <p:spPr>
          <a:xfrm>
            <a:off x="5740867" y="4514910"/>
            <a:ext cx="1687762" cy="908861"/>
          </a:xfrm>
          <a:prstGeom prst="flowChartTerminator">
            <a:avLst/>
          </a:prstGeom>
          <a:solidFill>
            <a:srgbClr val="FFFFFF"/>
          </a:solidFill>
          <a:ln w="19050" cap="rnd">
            <a:solidFill>
              <a:schemeClr val="accent4"/>
            </a:solidFill>
            <a:prstDash val="solid"/>
            <a:round/>
          </a:ln>
          <a:effectLst>
            <a:outerShdw blurRad="38100" dist="254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a:ln>
                  <a:noFill/>
                </a:ln>
                <a:solidFill>
                  <a:srgbClr val="000000"/>
                </a:solidFill>
                <a:effectLst/>
                <a:uFillTx/>
                <a:latin typeface="Trebuchet MS"/>
                <a:ea typeface="Trebuchet MS"/>
                <a:cs typeface="Trebuchet MS"/>
                <a:sym typeface="Trebuchet MS"/>
              </a:rPr>
              <a:t>    Rejects </a:t>
            </a:r>
          </a:p>
          <a:p>
            <a:pPr marL="0" marR="0" indent="0" algn="l" defTabSz="457200" rtl="0" fontAlgn="auto" latinLnBrk="0" hangingPunct="0">
              <a:lnSpc>
                <a:spcPct val="100000"/>
              </a:lnSpc>
              <a:spcBef>
                <a:spcPts val="0"/>
              </a:spcBef>
              <a:spcAft>
                <a:spcPts val="0"/>
              </a:spcAft>
              <a:buClrTx/>
              <a:buSzTx/>
              <a:buFontTx/>
              <a:buNone/>
              <a:tabLst/>
            </a:pPr>
            <a:endParaRPr lang="en-US"/>
          </a:p>
        </p:txBody>
      </p:sp>
      <p:sp>
        <p:nvSpPr>
          <p:cNvPr id="9" name="Flowchart: Terminator 8">
            <a:extLst>
              <a:ext uri="{FF2B5EF4-FFF2-40B4-BE49-F238E27FC236}">
                <a16:creationId xmlns:a16="http://schemas.microsoft.com/office/drawing/2014/main" id="{30AF72B6-4116-1547-415B-256A0AD593AC}"/>
              </a:ext>
            </a:extLst>
          </p:cNvPr>
          <p:cNvSpPr/>
          <p:nvPr/>
        </p:nvSpPr>
        <p:spPr>
          <a:xfrm>
            <a:off x="9223138" y="4514909"/>
            <a:ext cx="1687762" cy="908861"/>
          </a:xfrm>
          <a:prstGeom prst="flowChartTerminator">
            <a:avLst/>
          </a:prstGeom>
          <a:solidFill>
            <a:srgbClr val="FFFFFF"/>
          </a:solidFill>
          <a:ln w="19050" cap="rnd">
            <a:solidFill>
              <a:schemeClr val="accent4"/>
            </a:solidFill>
            <a:prstDash val="solid"/>
            <a:round/>
          </a:ln>
          <a:effectLst>
            <a:outerShdw blurRad="38100" dist="254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a:ln>
                  <a:noFill/>
                </a:ln>
                <a:solidFill>
                  <a:srgbClr val="000000"/>
                </a:solidFill>
                <a:effectLst/>
                <a:uFillTx/>
                <a:latin typeface="Trebuchet MS"/>
                <a:ea typeface="Trebuchet MS"/>
                <a:cs typeface="Trebuchet MS"/>
                <a:sym typeface="Trebuchet MS"/>
              </a:rPr>
              <a:t>    Approves  </a:t>
            </a:r>
          </a:p>
          <a:p>
            <a:pPr marL="0" marR="0" indent="0" algn="l" defTabSz="457200" rtl="0" fontAlgn="auto" latinLnBrk="0" hangingPunct="0">
              <a:lnSpc>
                <a:spcPct val="100000"/>
              </a:lnSpc>
              <a:spcBef>
                <a:spcPts val="0"/>
              </a:spcBef>
              <a:spcAft>
                <a:spcPts val="0"/>
              </a:spcAft>
              <a:buClrTx/>
              <a:buSzTx/>
              <a:buFontTx/>
              <a:buNone/>
              <a:tabLst/>
            </a:pPr>
            <a:endParaRPr lang="en-US"/>
          </a:p>
        </p:txBody>
      </p:sp>
      <p:cxnSp>
        <p:nvCxnSpPr>
          <p:cNvPr id="11" name="Straight Arrow Connector 10">
            <a:extLst>
              <a:ext uri="{FF2B5EF4-FFF2-40B4-BE49-F238E27FC236}">
                <a16:creationId xmlns:a16="http://schemas.microsoft.com/office/drawing/2014/main" id="{AEB030E6-39C6-BB6E-8294-F1C3C519CA69}"/>
              </a:ext>
            </a:extLst>
          </p:cNvPr>
          <p:cNvCxnSpPr>
            <a:cxnSpLocks/>
            <a:stCxn id="7" idx="2"/>
            <a:endCxn id="9" idx="0"/>
          </p:cNvCxnSpPr>
          <p:nvPr/>
        </p:nvCxnSpPr>
        <p:spPr>
          <a:xfrm>
            <a:off x="8293853" y="2989131"/>
            <a:ext cx="1773166" cy="15257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B5CB1962-F420-4BB8-8797-F5FB6FEBFB13}"/>
              </a:ext>
            </a:extLst>
          </p:cNvPr>
          <p:cNvCxnSpPr>
            <a:cxnSpLocks/>
            <a:stCxn id="7" idx="2"/>
            <a:endCxn id="8" idx="0"/>
          </p:cNvCxnSpPr>
          <p:nvPr/>
        </p:nvCxnSpPr>
        <p:spPr>
          <a:xfrm flipH="1">
            <a:off x="6584748" y="2989131"/>
            <a:ext cx="1709105" cy="15257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18DF6CC5-79BE-E408-4884-7ABE66F63942}"/>
              </a:ext>
            </a:extLst>
          </p:cNvPr>
          <p:cNvCxnSpPr>
            <a:cxnSpLocks/>
            <a:stCxn id="3" idx="3"/>
            <a:endCxn id="4" idx="1"/>
          </p:cNvCxnSpPr>
          <p:nvPr/>
        </p:nvCxnSpPr>
        <p:spPr>
          <a:xfrm>
            <a:off x="1539083" y="2340207"/>
            <a:ext cx="79878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3A98D2AC-B931-70EA-6CE3-84366F09FA96}"/>
              </a:ext>
            </a:extLst>
          </p:cNvPr>
          <p:cNvCxnSpPr>
            <a:cxnSpLocks/>
            <a:endCxn id="5" idx="1"/>
          </p:cNvCxnSpPr>
          <p:nvPr/>
        </p:nvCxnSpPr>
        <p:spPr>
          <a:xfrm>
            <a:off x="3761795" y="2333603"/>
            <a:ext cx="1049598" cy="66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57FFB83D-133C-EE50-CC34-B44B985A8B9B}"/>
              </a:ext>
            </a:extLst>
          </p:cNvPr>
          <p:cNvCxnSpPr>
            <a:cxnSpLocks/>
            <a:endCxn id="7" idx="1"/>
          </p:cNvCxnSpPr>
          <p:nvPr/>
        </p:nvCxnSpPr>
        <p:spPr>
          <a:xfrm flipV="1">
            <a:off x="6322142" y="2319616"/>
            <a:ext cx="1248142" cy="139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1571485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EXERCISE PAGE"/>
          <p:cNvSpPr txBox="1">
            <a:spLocks noGrp="1"/>
          </p:cNvSpPr>
          <p:nvPr>
            <p:ph type="ctrTitle"/>
          </p:nvPr>
        </p:nvSpPr>
        <p:spPr>
          <a:xfrm>
            <a:off x="3008671" y="19665"/>
            <a:ext cx="4941236" cy="846590"/>
          </a:xfrm>
          <a:prstGeom prst="rect">
            <a:avLst/>
          </a:prstGeom>
        </p:spPr>
        <p:txBody>
          <a:bodyPr lIns="45719" tIns="45720" rIns="45719" bIns="45720" anchor="b">
            <a:normAutofit fontScale="90000"/>
          </a:bodyPr>
          <a:lstStyle>
            <a:lvl1pPr defTabSz="434340">
              <a:defRPr sz="4800">
                <a:solidFill>
                  <a:schemeClr val="accent2"/>
                </a:solidFill>
                <a:latin typeface="Times New Roman"/>
                <a:ea typeface="Times New Roman"/>
                <a:cs typeface="Times New Roman"/>
                <a:sym typeface="Times New Roman"/>
              </a:defRPr>
            </a:lvl1pPr>
          </a:lstStyle>
          <a:p>
            <a:r>
              <a:rPr lang="en-US"/>
              <a:t>Volunteer Analytics</a:t>
            </a:r>
          </a:p>
        </p:txBody>
      </p:sp>
      <p:pic>
        <p:nvPicPr>
          <p:cNvPr id="4" name="Picture 3" descr="A screenshot of a computer&#10;&#10;AI-generated content may be incorrect.">
            <a:extLst>
              <a:ext uri="{FF2B5EF4-FFF2-40B4-BE49-F238E27FC236}">
                <a16:creationId xmlns:a16="http://schemas.microsoft.com/office/drawing/2014/main" id="{582CC4AB-1EA6-2F05-04E4-F9A789E324FB}"/>
              </a:ext>
            </a:extLst>
          </p:cNvPr>
          <p:cNvPicPr>
            <a:picLocks noChangeAspect="1"/>
          </p:cNvPicPr>
          <p:nvPr/>
        </p:nvPicPr>
        <p:blipFill>
          <a:blip r:embed="rId2"/>
          <a:stretch>
            <a:fillRect/>
          </a:stretch>
        </p:blipFill>
        <p:spPr>
          <a:xfrm>
            <a:off x="580445" y="1049023"/>
            <a:ext cx="9966379" cy="5677781"/>
          </a:xfrm>
          <a:prstGeom prst="rect">
            <a:avLst/>
          </a:prstGeom>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018F-63E6-749B-9F72-7E7AF4ECD5AF}"/>
              </a:ext>
            </a:extLst>
          </p:cNvPr>
          <p:cNvSpPr>
            <a:spLocks noGrp="1"/>
          </p:cNvSpPr>
          <p:nvPr>
            <p:ph type="title"/>
          </p:nvPr>
        </p:nvSpPr>
        <p:spPr>
          <a:xfrm>
            <a:off x="3364874" y="389917"/>
            <a:ext cx="4308135" cy="901148"/>
          </a:xfrm>
        </p:spPr>
        <p:txBody>
          <a:bodyPr/>
          <a:lstStyle/>
          <a:p>
            <a:r>
              <a:rPr lang="en-US"/>
              <a:t>Volunteer Analytics</a:t>
            </a:r>
          </a:p>
        </p:txBody>
      </p:sp>
      <p:pic>
        <p:nvPicPr>
          <p:cNvPr id="4" name="Picture 3" descr="A screenshot of a computer&#10;&#10;AI-generated content may be incorrect.">
            <a:extLst>
              <a:ext uri="{FF2B5EF4-FFF2-40B4-BE49-F238E27FC236}">
                <a16:creationId xmlns:a16="http://schemas.microsoft.com/office/drawing/2014/main" id="{67AA3985-577C-A35E-C9F4-42C3FEE42964}"/>
              </a:ext>
            </a:extLst>
          </p:cNvPr>
          <p:cNvPicPr>
            <a:picLocks noChangeAspect="1"/>
          </p:cNvPicPr>
          <p:nvPr/>
        </p:nvPicPr>
        <p:blipFill>
          <a:blip r:embed="rId2"/>
          <a:stretch>
            <a:fillRect/>
          </a:stretch>
        </p:blipFill>
        <p:spPr>
          <a:xfrm>
            <a:off x="703512" y="1291065"/>
            <a:ext cx="9275375" cy="4726444"/>
          </a:xfrm>
          <a:prstGeom prst="rect">
            <a:avLst/>
          </a:prstGeom>
        </p:spPr>
      </p:pic>
    </p:spTree>
    <p:extLst>
      <p:ext uri="{BB962C8B-B14F-4D97-AF65-F5344CB8AC3E}">
        <p14:creationId xmlns:p14="http://schemas.microsoft.com/office/powerpoint/2010/main" val="71404309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DIET PAGE"/>
          <p:cNvSpPr txBox="1">
            <a:spLocks noGrp="1"/>
          </p:cNvSpPr>
          <p:nvPr>
            <p:ph type="ctrTitle"/>
          </p:nvPr>
        </p:nvSpPr>
        <p:spPr>
          <a:xfrm>
            <a:off x="2888644" y="103196"/>
            <a:ext cx="8172314" cy="949855"/>
          </a:xfrm>
          <a:prstGeom prst="rect">
            <a:avLst/>
          </a:prstGeom>
        </p:spPr>
        <p:txBody>
          <a:bodyPr lIns="45719" tIns="45720" rIns="45719" bIns="45720" anchor="b">
            <a:normAutofit/>
          </a:bodyPr>
          <a:lstStyle>
            <a:lvl1pPr>
              <a:defRPr sz="4800">
                <a:solidFill>
                  <a:schemeClr val="accent2"/>
                </a:solidFill>
                <a:latin typeface="Times New Roman"/>
                <a:ea typeface="Times New Roman"/>
                <a:cs typeface="Times New Roman"/>
                <a:sym typeface="Times New Roman"/>
              </a:defRPr>
            </a:lvl1pPr>
          </a:lstStyle>
          <a:p>
            <a:pPr algn="l"/>
            <a:r>
              <a:rPr lang="en-US"/>
              <a:t>Volunteer Dashboard</a:t>
            </a:r>
          </a:p>
        </p:txBody>
      </p:sp>
      <p:pic>
        <p:nvPicPr>
          <p:cNvPr id="3" name="Picture 2" descr="A screenshot of a computer&#10;&#10;AI-generated content may be incorrect.">
            <a:extLst>
              <a:ext uri="{FF2B5EF4-FFF2-40B4-BE49-F238E27FC236}">
                <a16:creationId xmlns:a16="http://schemas.microsoft.com/office/drawing/2014/main" id="{1220751F-954B-DC99-4070-EC6E2EAF52AC}"/>
              </a:ext>
            </a:extLst>
          </p:cNvPr>
          <p:cNvPicPr>
            <a:picLocks noChangeAspect="1"/>
          </p:cNvPicPr>
          <p:nvPr/>
        </p:nvPicPr>
        <p:blipFill>
          <a:blip r:embed="rId2"/>
          <a:stretch>
            <a:fillRect/>
          </a:stretch>
        </p:blipFill>
        <p:spPr>
          <a:xfrm>
            <a:off x="495568" y="1272064"/>
            <a:ext cx="10037080" cy="4643705"/>
          </a:xfrm>
          <a:prstGeom prst="rect">
            <a:avLst/>
          </a:prstGeom>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57923-2900-86FC-DB6F-B8FB02CDCBAC}"/>
              </a:ext>
            </a:extLst>
          </p:cNvPr>
          <p:cNvSpPr>
            <a:spLocks noGrp="1"/>
          </p:cNvSpPr>
          <p:nvPr>
            <p:ph type="title"/>
          </p:nvPr>
        </p:nvSpPr>
        <p:spPr>
          <a:xfrm>
            <a:off x="3158141" y="125468"/>
            <a:ext cx="5190730" cy="940904"/>
          </a:xfrm>
        </p:spPr>
        <p:txBody>
          <a:bodyPr/>
          <a:lstStyle/>
          <a:p>
            <a:r>
              <a:rPr lang="en-US"/>
              <a:t>Volunteer Dashboard</a:t>
            </a:r>
          </a:p>
        </p:txBody>
      </p:sp>
      <p:pic>
        <p:nvPicPr>
          <p:cNvPr id="4" name="Picture 3" descr="A screenshot of a computer&#10;&#10;AI-generated content may be incorrect.">
            <a:extLst>
              <a:ext uri="{FF2B5EF4-FFF2-40B4-BE49-F238E27FC236}">
                <a16:creationId xmlns:a16="http://schemas.microsoft.com/office/drawing/2014/main" id="{5B916655-D1C7-BA9F-9D29-891F112574DB}"/>
              </a:ext>
            </a:extLst>
          </p:cNvPr>
          <p:cNvPicPr>
            <a:picLocks noChangeAspect="1"/>
          </p:cNvPicPr>
          <p:nvPr/>
        </p:nvPicPr>
        <p:blipFill>
          <a:blip r:embed="rId2"/>
          <a:stretch>
            <a:fillRect/>
          </a:stretch>
        </p:blipFill>
        <p:spPr>
          <a:xfrm>
            <a:off x="548641" y="1066372"/>
            <a:ext cx="9446148" cy="5664407"/>
          </a:xfrm>
          <a:prstGeom prst="rect">
            <a:avLst/>
          </a:prstGeom>
        </p:spPr>
      </p:pic>
    </p:spTree>
    <p:extLst>
      <p:ext uri="{BB962C8B-B14F-4D97-AF65-F5344CB8AC3E}">
        <p14:creationId xmlns:p14="http://schemas.microsoft.com/office/powerpoint/2010/main" val="143472287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CREATE GOALS PAGE"/>
          <p:cNvSpPr txBox="1">
            <a:spLocks noGrp="1"/>
          </p:cNvSpPr>
          <p:nvPr>
            <p:ph type="ctrTitle"/>
          </p:nvPr>
        </p:nvSpPr>
        <p:spPr>
          <a:xfrm>
            <a:off x="2109448" y="0"/>
            <a:ext cx="6455464" cy="841235"/>
          </a:xfrm>
          <a:prstGeom prst="rect">
            <a:avLst/>
          </a:prstGeom>
        </p:spPr>
        <p:txBody>
          <a:bodyPr lIns="45718" tIns="45720" rIns="45718" bIns="45720" anchor="b">
            <a:normAutofit/>
          </a:bodyPr>
          <a:lstStyle>
            <a:lvl1pPr defTabSz="434340">
              <a:defRPr sz="4800">
                <a:solidFill>
                  <a:schemeClr val="accent2"/>
                </a:solidFill>
                <a:latin typeface="Times New Roman"/>
                <a:ea typeface="Times New Roman"/>
                <a:cs typeface="Times New Roman"/>
                <a:sym typeface="Times New Roman"/>
              </a:defRPr>
            </a:lvl1pPr>
          </a:lstStyle>
          <a:p>
            <a:pPr algn="ctr"/>
            <a:r>
              <a:rPr lang="en-US"/>
              <a:t>NGO</a:t>
            </a:r>
          </a:p>
        </p:txBody>
      </p:sp>
      <p:sp>
        <p:nvSpPr>
          <p:cNvPr id="9" name="TextBox 8">
            <a:extLst>
              <a:ext uri="{FF2B5EF4-FFF2-40B4-BE49-F238E27FC236}">
                <a16:creationId xmlns:a16="http://schemas.microsoft.com/office/drawing/2014/main" id="{2A8B5CD8-AF9A-F225-D279-596E3C84A751}"/>
              </a:ext>
            </a:extLst>
          </p:cNvPr>
          <p:cNvSpPr txBox="1"/>
          <p:nvPr/>
        </p:nvSpPr>
        <p:spPr>
          <a:xfrm>
            <a:off x="1739410" y="841235"/>
            <a:ext cx="204413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a:t>NGO Analytics</a:t>
            </a:r>
            <a:endParaRPr kumimoji="0" lang="en-US" sz="1800" b="0" i="0" u="none" strike="noStrike" cap="none" spc="0" normalizeH="0" baseline="0">
              <a:ln>
                <a:noFill/>
              </a:ln>
              <a:solidFill>
                <a:srgbClr val="000000"/>
              </a:solidFill>
              <a:effectLst/>
              <a:uFillTx/>
              <a:latin typeface="Trebuchet MS"/>
              <a:ea typeface="Trebuchet MS"/>
              <a:cs typeface="Trebuchet MS"/>
              <a:sym typeface="Trebuchet MS"/>
            </a:endParaRPr>
          </a:p>
        </p:txBody>
      </p:sp>
      <p:pic>
        <p:nvPicPr>
          <p:cNvPr id="5" name="Picture 4" descr="A screenshot of a web page&#10;&#10;AI-generated content may be incorrect.">
            <a:extLst>
              <a:ext uri="{FF2B5EF4-FFF2-40B4-BE49-F238E27FC236}">
                <a16:creationId xmlns:a16="http://schemas.microsoft.com/office/drawing/2014/main" id="{855CFCEC-BD71-E3DD-ED44-7DD5218F7F0A}"/>
              </a:ext>
            </a:extLst>
          </p:cNvPr>
          <p:cNvPicPr>
            <a:picLocks noChangeAspect="1"/>
          </p:cNvPicPr>
          <p:nvPr/>
        </p:nvPicPr>
        <p:blipFill>
          <a:blip r:embed="rId2"/>
          <a:stretch>
            <a:fillRect/>
          </a:stretch>
        </p:blipFill>
        <p:spPr>
          <a:xfrm>
            <a:off x="1237665" y="1348506"/>
            <a:ext cx="8599769" cy="4996058"/>
          </a:xfrm>
          <a:prstGeom prst="rect">
            <a:avLst/>
          </a:prstGeom>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58682-7348-DAB6-4563-87061E7F3C82}"/>
            </a:ext>
          </a:extLst>
        </p:cNvPr>
        <p:cNvGrpSpPr/>
        <p:nvPr/>
      </p:nvGrpSpPr>
      <p:grpSpPr>
        <a:xfrm>
          <a:off x="0" y="0"/>
          <a:ext cx="0" cy="0"/>
          <a:chOff x="0" y="0"/>
          <a:chExt cx="0" cy="0"/>
        </a:xfrm>
      </p:grpSpPr>
      <p:sp>
        <p:nvSpPr>
          <p:cNvPr id="223" name="CREATE GOALS PAGE">
            <a:extLst>
              <a:ext uri="{FF2B5EF4-FFF2-40B4-BE49-F238E27FC236}">
                <a16:creationId xmlns:a16="http://schemas.microsoft.com/office/drawing/2014/main" id="{96E28A0B-F8D1-8C36-87EC-CF1A79D46277}"/>
              </a:ext>
            </a:extLst>
          </p:cNvPr>
          <p:cNvSpPr txBox="1">
            <a:spLocks noGrp="1"/>
          </p:cNvSpPr>
          <p:nvPr>
            <p:ph type="ctrTitle"/>
          </p:nvPr>
        </p:nvSpPr>
        <p:spPr>
          <a:xfrm>
            <a:off x="2109448" y="0"/>
            <a:ext cx="6455464" cy="841235"/>
          </a:xfrm>
          <a:prstGeom prst="rect">
            <a:avLst/>
          </a:prstGeom>
        </p:spPr>
        <p:txBody>
          <a:bodyPr lIns="45718" tIns="45720" rIns="45718" bIns="45720" anchor="b">
            <a:normAutofit/>
          </a:bodyPr>
          <a:lstStyle>
            <a:lvl1pPr defTabSz="434340">
              <a:defRPr sz="4800">
                <a:solidFill>
                  <a:schemeClr val="accent2"/>
                </a:solidFill>
                <a:latin typeface="Times New Roman"/>
                <a:ea typeface="Times New Roman"/>
                <a:cs typeface="Times New Roman"/>
                <a:sym typeface="Times New Roman"/>
              </a:defRPr>
            </a:lvl1pPr>
          </a:lstStyle>
          <a:p>
            <a:pPr algn="ctr"/>
            <a:r>
              <a:rPr lang="en-US"/>
              <a:t>NGO</a:t>
            </a:r>
          </a:p>
        </p:txBody>
      </p:sp>
      <p:sp>
        <p:nvSpPr>
          <p:cNvPr id="11" name="TextBox 10">
            <a:extLst>
              <a:ext uri="{FF2B5EF4-FFF2-40B4-BE49-F238E27FC236}">
                <a16:creationId xmlns:a16="http://schemas.microsoft.com/office/drawing/2014/main" id="{48B31240-FFBB-659C-D734-84B82184D372}"/>
              </a:ext>
            </a:extLst>
          </p:cNvPr>
          <p:cNvSpPr txBox="1"/>
          <p:nvPr/>
        </p:nvSpPr>
        <p:spPr>
          <a:xfrm>
            <a:off x="870830" y="886259"/>
            <a:ext cx="2797902"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sz="2400"/>
              <a:t>NGO Volunteers</a:t>
            </a:r>
            <a:endParaRPr kumimoji="0" lang="en-US" sz="2400" b="0" i="0" u="none" strike="noStrike" cap="none" spc="0" normalizeH="0" baseline="0">
              <a:ln>
                <a:noFill/>
              </a:ln>
              <a:solidFill>
                <a:srgbClr val="000000"/>
              </a:solidFill>
              <a:effectLst/>
              <a:uFillTx/>
              <a:latin typeface="Trebuchet MS"/>
              <a:ea typeface="Trebuchet MS"/>
              <a:cs typeface="Trebuchet MS"/>
              <a:sym typeface="Trebuchet MS"/>
            </a:endParaRPr>
          </a:p>
        </p:txBody>
      </p:sp>
      <p:pic>
        <p:nvPicPr>
          <p:cNvPr id="7" name="Picture 6" descr="A screenshot of a web page&#10;&#10;AI-generated content may be incorrect.">
            <a:extLst>
              <a:ext uri="{FF2B5EF4-FFF2-40B4-BE49-F238E27FC236}">
                <a16:creationId xmlns:a16="http://schemas.microsoft.com/office/drawing/2014/main" id="{B839FF5E-D7D4-B6FC-16DE-089DEC0DDA5F}"/>
              </a:ext>
            </a:extLst>
          </p:cNvPr>
          <p:cNvPicPr>
            <a:picLocks noChangeAspect="1"/>
          </p:cNvPicPr>
          <p:nvPr/>
        </p:nvPicPr>
        <p:blipFill>
          <a:blip r:embed="rId2"/>
          <a:stretch>
            <a:fillRect/>
          </a:stretch>
        </p:blipFill>
        <p:spPr>
          <a:xfrm>
            <a:off x="727127" y="1576799"/>
            <a:ext cx="9651882" cy="4879660"/>
          </a:xfrm>
          <a:prstGeom prst="rect">
            <a:avLst/>
          </a:prstGeom>
        </p:spPr>
      </p:pic>
    </p:spTree>
    <p:extLst>
      <p:ext uri="{BB962C8B-B14F-4D97-AF65-F5344CB8AC3E}">
        <p14:creationId xmlns:p14="http://schemas.microsoft.com/office/powerpoint/2010/main" val="317565041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F432-1542-6C7C-4D78-1687D3E197BB}"/>
              </a:ext>
            </a:extLst>
          </p:cNvPr>
          <p:cNvSpPr>
            <a:spLocks noGrp="1"/>
          </p:cNvSpPr>
          <p:nvPr>
            <p:ph type="title"/>
          </p:nvPr>
        </p:nvSpPr>
        <p:spPr>
          <a:xfrm>
            <a:off x="4634431" y="204084"/>
            <a:ext cx="1461569" cy="842845"/>
          </a:xfrm>
        </p:spPr>
        <p:txBody>
          <a:bodyPr/>
          <a:lstStyle/>
          <a:p>
            <a:r>
              <a:rPr lang="en-US"/>
              <a:t>NGO</a:t>
            </a:r>
          </a:p>
        </p:txBody>
      </p:sp>
      <p:pic>
        <p:nvPicPr>
          <p:cNvPr id="4" name="Picture 3" descr="A screenshot of a web page&#10;&#10;AI-generated content may be incorrect.">
            <a:extLst>
              <a:ext uri="{FF2B5EF4-FFF2-40B4-BE49-F238E27FC236}">
                <a16:creationId xmlns:a16="http://schemas.microsoft.com/office/drawing/2014/main" id="{EE22CE1F-71E5-681D-3869-0F5B80189A69}"/>
              </a:ext>
            </a:extLst>
          </p:cNvPr>
          <p:cNvPicPr>
            <a:picLocks noChangeAspect="1"/>
          </p:cNvPicPr>
          <p:nvPr/>
        </p:nvPicPr>
        <p:blipFill>
          <a:blip r:embed="rId2"/>
          <a:stretch>
            <a:fillRect/>
          </a:stretch>
        </p:blipFill>
        <p:spPr>
          <a:xfrm>
            <a:off x="764113" y="1603974"/>
            <a:ext cx="8984186" cy="4486725"/>
          </a:xfrm>
          <a:prstGeom prst="rect">
            <a:avLst/>
          </a:prstGeom>
        </p:spPr>
      </p:pic>
      <p:sp>
        <p:nvSpPr>
          <p:cNvPr id="6" name="TextBox 5">
            <a:extLst>
              <a:ext uri="{FF2B5EF4-FFF2-40B4-BE49-F238E27FC236}">
                <a16:creationId xmlns:a16="http://schemas.microsoft.com/office/drawing/2014/main" id="{5E4B7277-2A6A-57DB-B3A6-43A13D9EF872}"/>
              </a:ext>
            </a:extLst>
          </p:cNvPr>
          <p:cNvSpPr txBox="1"/>
          <p:nvPr/>
        </p:nvSpPr>
        <p:spPr>
          <a:xfrm>
            <a:off x="764113" y="956119"/>
            <a:ext cx="609865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t>NGO-Attendance</a:t>
            </a:r>
            <a:endParaRPr lang="en-US" sz="1800" b="0" i="0" u="none" strike="noStrike" cap="none" spc="0" normalizeH="0" baseline="0">
              <a:ln>
                <a:noFill/>
              </a:ln>
              <a:solidFill>
                <a:srgbClr val="000000"/>
              </a:solidFill>
              <a:effectLst/>
              <a:uFillTx/>
              <a:latin typeface="Trebuchet MS"/>
              <a:ea typeface="Trebuchet MS"/>
              <a:cs typeface="Trebuchet MS"/>
            </a:endParaRPr>
          </a:p>
        </p:txBody>
      </p:sp>
    </p:spTree>
    <p:extLst>
      <p:ext uri="{BB962C8B-B14F-4D97-AF65-F5344CB8AC3E}">
        <p14:creationId xmlns:p14="http://schemas.microsoft.com/office/powerpoint/2010/main" val="147647483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CREATE GOALS PAGE"/>
          <p:cNvSpPr txBox="1">
            <a:spLocks noGrp="1"/>
          </p:cNvSpPr>
          <p:nvPr>
            <p:ph type="ctrTitle"/>
          </p:nvPr>
        </p:nvSpPr>
        <p:spPr>
          <a:xfrm>
            <a:off x="1945925" y="40939"/>
            <a:ext cx="6619055" cy="692190"/>
          </a:xfrm>
          <a:prstGeom prst="rect">
            <a:avLst/>
          </a:prstGeom>
        </p:spPr>
        <p:txBody>
          <a:bodyPr lIns="45719" tIns="45720" rIns="45719" bIns="45720" anchor="b">
            <a:normAutofit fontScale="90000"/>
          </a:bodyPr>
          <a:lstStyle>
            <a:lvl1pPr defTabSz="320359">
              <a:defRPr sz="4368">
                <a:solidFill>
                  <a:schemeClr val="accent2"/>
                </a:solidFill>
                <a:latin typeface="Times New Roman"/>
                <a:ea typeface="Times New Roman"/>
                <a:cs typeface="Times New Roman"/>
                <a:sym typeface="Times New Roman"/>
              </a:defRPr>
            </a:lvl1pPr>
          </a:lstStyle>
          <a:p>
            <a:pPr algn="ctr"/>
            <a:r>
              <a:rPr lang="en-US" sz="4350"/>
              <a:t>NGO</a:t>
            </a:r>
            <a:endParaRPr lang="en-US"/>
          </a:p>
        </p:txBody>
      </p:sp>
      <p:sp>
        <p:nvSpPr>
          <p:cNvPr id="4" name="TextBox 3">
            <a:extLst>
              <a:ext uri="{FF2B5EF4-FFF2-40B4-BE49-F238E27FC236}">
                <a16:creationId xmlns:a16="http://schemas.microsoft.com/office/drawing/2014/main" id="{CD215F54-C10F-B8A9-8B28-F5EE5D16045A}"/>
              </a:ext>
            </a:extLst>
          </p:cNvPr>
          <p:cNvSpPr txBox="1"/>
          <p:nvPr/>
        </p:nvSpPr>
        <p:spPr>
          <a:xfrm>
            <a:off x="805122" y="660643"/>
            <a:ext cx="2743200"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sz="2000"/>
              <a:t>NGO DASHBOARD</a:t>
            </a:r>
            <a:endParaRPr lang="en-US" sz="2000" b="0" i="0" u="none" strike="noStrike" cap="none" spc="0" normalizeH="0" baseline="0">
              <a:ln>
                <a:noFill/>
              </a:ln>
              <a:solidFill>
                <a:srgbClr val="000000"/>
              </a:solidFill>
              <a:effectLst/>
              <a:uFillTx/>
              <a:latin typeface="Trebuchet MS"/>
              <a:ea typeface="Trebuchet MS"/>
              <a:cs typeface="Trebuchet MS"/>
            </a:endParaRPr>
          </a:p>
        </p:txBody>
      </p:sp>
      <p:pic>
        <p:nvPicPr>
          <p:cNvPr id="8" name="Picture 7" descr="A screenshot of a web page&#10;&#10;AI-generated content may be incorrect.">
            <a:extLst>
              <a:ext uri="{FF2B5EF4-FFF2-40B4-BE49-F238E27FC236}">
                <a16:creationId xmlns:a16="http://schemas.microsoft.com/office/drawing/2014/main" id="{D8D63CB6-BA5D-5B1B-D5FF-0C308EDF0016}"/>
              </a:ext>
            </a:extLst>
          </p:cNvPr>
          <p:cNvPicPr>
            <a:picLocks noChangeAspect="1"/>
          </p:cNvPicPr>
          <p:nvPr/>
        </p:nvPicPr>
        <p:blipFill>
          <a:blip r:embed="rId2"/>
          <a:stretch>
            <a:fillRect/>
          </a:stretch>
        </p:blipFill>
        <p:spPr>
          <a:xfrm>
            <a:off x="563774" y="1203874"/>
            <a:ext cx="10719127" cy="5293557"/>
          </a:xfrm>
          <a:prstGeom prst="rect">
            <a:avLst/>
          </a:prstGeom>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41DC5-A11C-CAC4-FE5C-B2737F8F9C51}"/>
              </a:ext>
            </a:extLst>
          </p:cNvPr>
          <p:cNvSpPr>
            <a:spLocks noGrp="1"/>
          </p:cNvSpPr>
          <p:nvPr>
            <p:ph type="title"/>
          </p:nvPr>
        </p:nvSpPr>
        <p:spPr>
          <a:xfrm>
            <a:off x="4804059" y="98930"/>
            <a:ext cx="1159419" cy="781878"/>
          </a:xfrm>
        </p:spPr>
        <p:txBody>
          <a:bodyPr/>
          <a:lstStyle/>
          <a:p>
            <a:r>
              <a:rPr lang="en-US"/>
              <a:t>NGO</a:t>
            </a:r>
          </a:p>
        </p:txBody>
      </p:sp>
      <p:pic>
        <p:nvPicPr>
          <p:cNvPr id="4" name="Picture 3" descr="A screenshot of a web page">
            <a:extLst>
              <a:ext uri="{FF2B5EF4-FFF2-40B4-BE49-F238E27FC236}">
                <a16:creationId xmlns:a16="http://schemas.microsoft.com/office/drawing/2014/main" id="{4321E1B6-B20B-36EE-7DA0-C741464697BF}"/>
              </a:ext>
            </a:extLst>
          </p:cNvPr>
          <p:cNvPicPr>
            <a:picLocks noChangeAspect="1"/>
          </p:cNvPicPr>
          <p:nvPr/>
        </p:nvPicPr>
        <p:blipFill>
          <a:blip r:embed="rId2"/>
          <a:stretch>
            <a:fillRect/>
          </a:stretch>
        </p:blipFill>
        <p:spPr>
          <a:xfrm>
            <a:off x="568946" y="1425434"/>
            <a:ext cx="10058014" cy="5276191"/>
          </a:xfrm>
          <a:prstGeom prst="rect">
            <a:avLst/>
          </a:prstGeom>
        </p:spPr>
      </p:pic>
      <p:sp>
        <p:nvSpPr>
          <p:cNvPr id="5" name="TextBox 4">
            <a:extLst>
              <a:ext uri="{FF2B5EF4-FFF2-40B4-BE49-F238E27FC236}">
                <a16:creationId xmlns:a16="http://schemas.microsoft.com/office/drawing/2014/main" id="{7A595FF3-CB1D-D829-DA55-25D422C5290E}"/>
              </a:ext>
            </a:extLst>
          </p:cNvPr>
          <p:cNvSpPr txBox="1"/>
          <p:nvPr/>
        </p:nvSpPr>
        <p:spPr>
          <a:xfrm>
            <a:off x="707724" y="783791"/>
            <a:ext cx="434564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r>
              <a:rPr lang="en-US"/>
              <a:t>NGO DASHBOARD- CREATE EVENT</a:t>
            </a:r>
            <a:endParaRPr kumimoji="0" lang="en-US" sz="1800" b="0" i="0" u="none" strike="noStrike" cap="none" spc="0" normalizeH="0" baseline="0">
              <a:ln>
                <a:noFill/>
              </a:ln>
              <a:solidFill>
                <a:srgbClr val="000000"/>
              </a:solidFill>
              <a:effectLst/>
              <a:uFillTx/>
              <a:latin typeface="Trebuchet MS"/>
              <a:ea typeface="Trebuchet MS"/>
              <a:cs typeface="Trebuchet MS"/>
              <a:sym typeface="Trebuchet MS"/>
            </a:endParaRPr>
          </a:p>
        </p:txBody>
      </p:sp>
    </p:spTree>
    <p:extLst>
      <p:ext uri="{BB962C8B-B14F-4D97-AF65-F5344CB8AC3E}">
        <p14:creationId xmlns:p14="http://schemas.microsoft.com/office/powerpoint/2010/main" val="1682953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75489-14CA-A51F-DF6B-D07B31AA9C84}"/>
            </a:ext>
          </a:extLst>
        </p:cNvPr>
        <p:cNvGrpSpPr/>
        <p:nvPr/>
      </p:nvGrpSpPr>
      <p:grpSpPr>
        <a:xfrm>
          <a:off x="0" y="0"/>
          <a:ext cx="0" cy="0"/>
          <a:chOff x="0" y="0"/>
          <a:chExt cx="0" cy="0"/>
        </a:xfrm>
      </p:grpSpPr>
      <p:sp>
        <p:nvSpPr>
          <p:cNvPr id="227" name="CREATE GOALS PAGE">
            <a:extLst>
              <a:ext uri="{FF2B5EF4-FFF2-40B4-BE49-F238E27FC236}">
                <a16:creationId xmlns:a16="http://schemas.microsoft.com/office/drawing/2014/main" id="{DFAC0391-5F1B-E741-8901-C8E19DD69529}"/>
              </a:ext>
            </a:extLst>
          </p:cNvPr>
          <p:cNvSpPr txBox="1">
            <a:spLocks noGrp="1"/>
          </p:cNvSpPr>
          <p:nvPr>
            <p:ph type="ctrTitle"/>
          </p:nvPr>
        </p:nvSpPr>
        <p:spPr>
          <a:xfrm>
            <a:off x="1945925" y="40939"/>
            <a:ext cx="6619055" cy="692190"/>
          </a:xfrm>
          <a:prstGeom prst="rect">
            <a:avLst/>
          </a:prstGeom>
        </p:spPr>
        <p:txBody>
          <a:bodyPr lIns="45719" tIns="45720" rIns="45719" bIns="45720" anchor="b">
            <a:normAutofit fontScale="90000"/>
          </a:bodyPr>
          <a:lstStyle>
            <a:lvl1pPr defTabSz="320359">
              <a:defRPr sz="4368">
                <a:solidFill>
                  <a:schemeClr val="accent2"/>
                </a:solidFill>
                <a:latin typeface="Times New Roman"/>
                <a:ea typeface="Times New Roman"/>
                <a:cs typeface="Times New Roman"/>
                <a:sym typeface="Times New Roman"/>
              </a:defRPr>
            </a:lvl1pPr>
          </a:lstStyle>
          <a:p>
            <a:pPr algn="ctr"/>
            <a:r>
              <a:rPr lang="en-US" sz="4350"/>
              <a:t>ADMIN PANEL</a:t>
            </a:r>
            <a:endParaRPr lang="en-US"/>
          </a:p>
        </p:txBody>
      </p:sp>
      <p:pic>
        <p:nvPicPr>
          <p:cNvPr id="3" name="Picture 2" descr="A screenshot of a computer&#10;&#10;AI-generated content may be incorrect.">
            <a:extLst>
              <a:ext uri="{FF2B5EF4-FFF2-40B4-BE49-F238E27FC236}">
                <a16:creationId xmlns:a16="http://schemas.microsoft.com/office/drawing/2014/main" id="{AC3D4403-F04D-ED8B-BD6C-887DB075EBBF}"/>
              </a:ext>
            </a:extLst>
          </p:cNvPr>
          <p:cNvPicPr>
            <a:picLocks noChangeAspect="1"/>
          </p:cNvPicPr>
          <p:nvPr/>
        </p:nvPicPr>
        <p:blipFill>
          <a:blip r:embed="rId2"/>
          <a:stretch>
            <a:fillRect/>
          </a:stretch>
        </p:blipFill>
        <p:spPr>
          <a:xfrm>
            <a:off x="598413" y="1050303"/>
            <a:ext cx="9452036" cy="5445912"/>
          </a:xfrm>
          <a:prstGeom prst="rect">
            <a:avLst/>
          </a:prstGeom>
        </p:spPr>
      </p:pic>
    </p:spTree>
    <p:extLst>
      <p:ext uri="{BB962C8B-B14F-4D97-AF65-F5344CB8AC3E}">
        <p14:creationId xmlns:p14="http://schemas.microsoft.com/office/powerpoint/2010/main" val="1333752458"/>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F4A66-0C7A-BB37-D67F-D154285A738F}"/>
              </a:ext>
            </a:extLst>
          </p:cNvPr>
          <p:cNvSpPr>
            <a:spLocks noGrp="1"/>
          </p:cNvSpPr>
          <p:nvPr>
            <p:ph type="title"/>
          </p:nvPr>
        </p:nvSpPr>
        <p:spPr>
          <a:xfrm>
            <a:off x="3818099" y="249682"/>
            <a:ext cx="4077547" cy="861391"/>
          </a:xfrm>
        </p:spPr>
        <p:txBody>
          <a:bodyPr/>
          <a:lstStyle/>
          <a:p>
            <a:r>
              <a:rPr lang="en-US" dirty="0"/>
              <a:t>Admin </a:t>
            </a:r>
            <a:r>
              <a:rPr lang="en-US" dirty="0" err="1"/>
              <a:t>Anlytics</a:t>
            </a:r>
            <a:endParaRPr lang="en-US" dirty="0"/>
          </a:p>
        </p:txBody>
      </p:sp>
      <p:sp>
        <p:nvSpPr>
          <p:cNvPr id="6" name="AutoShape 6">
            <a:extLst>
              <a:ext uri="{FF2B5EF4-FFF2-40B4-BE49-F238E27FC236}">
                <a16:creationId xmlns:a16="http://schemas.microsoft.com/office/drawing/2014/main" id="{F6EAA5BA-A476-B784-3ACB-32E79E52036F}"/>
              </a:ext>
            </a:extLst>
          </p:cNvPr>
          <p:cNvSpPr>
            <a:spLocks noChangeAspect="1" noChangeArrowheads="1"/>
          </p:cNvSpPr>
          <p:nvPr/>
        </p:nvSpPr>
        <p:spPr bwMode="auto">
          <a:xfrm>
            <a:off x="4826443" y="3276599"/>
            <a:ext cx="2687540" cy="15703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a:extLst>
              <a:ext uri="{FF2B5EF4-FFF2-40B4-BE49-F238E27FC236}">
                <a16:creationId xmlns:a16="http://schemas.microsoft.com/office/drawing/2014/main" id="{038B10A9-BDE7-1F7B-8681-26A3047399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2897" y="1050233"/>
            <a:ext cx="8183009" cy="4452731"/>
          </a:xfrm>
          <a:prstGeom prst="rect">
            <a:avLst/>
          </a:prstGeom>
        </p:spPr>
      </p:pic>
    </p:spTree>
    <p:extLst>
      <p:ext uri="{BB962C8B-B14F-4D97-AF65-F5344CB8AC3E}">
        <p14:creationId xmlns:p14="http://schemas.microsoft.com/office/powerpoint/2010/main" val="5685336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F66F0-2D6A-D8F0-61FE-5DC38A9ECFCA}"/>
              </a:ext>
            </a:extLst>
          </p:cNvPr>
          <p:cNvSpPr>
            <a:spLocks noGrp="1"/>
          </p:cNvSpPr>
          <p:nvPr>
            <p:ph type="title"/>
          </p:nvPr>
        </p:nvSpPr>
        <p:spPr>
          <a:xfrm>
            <a:off x="3356923" y="283597"/>
            <a:ext cx="4077547" cy="781878"/>
          </a:xfrm>
        </p:spPr>
        <p:txBody>
          <a:bodyPr/>
          <a:lstStyle/>
          <a:p>
            <a:r>
              <a:rPr lang="en-US" dirty="0"/>
              <a:t>Admin Dashboard</a:t>
            </a:r>
          </a:p>
        </p:txBody>
      </p:sp>
      <p:pic>
        <p:nvPicPr>
          <p:cNvPr id="5" name="Picture 4">
            <a:extLst>
              <a:ext uri="{FF2B5EF4-FFF2-40B4-BE49-F238E27FC236}">
                <a16:creationId xmlns:a16="http://schemas.microsoft.com/office/drawing/2014/main" id="{E77479E1-F489-9D2A-DA09-0CACD06D41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291" y="1222513"/>
            <a:ext cx="9074067" cy="4412974"/>
          </a:xfrm>
          <a:prstGeom prst="rect">
            <a:avLst/>
          </a:prstGeom>
        </p:spPr>
      </p:pic>
    </p:spTree>
    <p:extLst>
      <p:ext uri="{BB962C8B-B14F-4D97-AF65-F5344CB8AC3E}">
        <p14:creationId xmlns:p14="http://schemas.microsoft.com/office/powerpoint/2010/main" val="2808800351"/>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HISTORY PAGE"/>
          <p:cNvSpPr txBox="1">
            <a:spLocks noGrp="1"/>
          </p:cNvSpPr>
          <p:nvPr>
            <p:ph type="ctrTitle"/>
          </p:nvPr>
        </p:nvSpPr>
        <p:spPr>
          <a:xfrm>
            <a:off x="3334193" y="-1429"/>
            <a:ext cx="8847616" cy="854326"/>
          </a:xfrm>
          <a:prstGeom prst="rect">
            <a:avLst/>
          </a:prstGeom>
        </p:spPr>
        <p:txBody>
          <a:bodyPr lIns="45719" tIns="45720" rIns="45719" bIns="45720" anchor="b">
            <a:normAutofit/>
          </a:bodyPr>
          <a:lstStyle>
            <a:lvl1pPr defTabSz="425194">
              <a:defRPr sz="4800">
                <a:solidFill>
                  <a:schemeClr val="accent2"/>
                </a:solidFill>
                <a:latin typeface="Times New Roman"/>
                <a:ea typeface="Times New Roman"/>
                <a:cs typeface="Times New Roman"/>
                <a:sym typeface="Times New Roman"/>
              </a:defRPr>
            </a:lvl1pPr>
          </a:lstStyle>
          <a:p>
            <a:pPr algn="l"/>
            <a:r>
              <a:rPr lang="en-US"/>
              <a:t>PAGE NOT FOUND</a:t>
            </a:r>
          </a:p>
        </p:txBody>
      </p:sp>
      <p:pic>
        <p:nvPicPr>
          <p:cNvPr id="4" name="Picture 3" descr="A screenshot of a web page&#10;&#10;AI-generated content may be incorrect.">
            <a:extLst>
              <a:ext uri="{FF2B5EF4-FFF2-40B4-BE49-F238E27FC236}">
                <a16:creationId xmlns:a16="http://schemas.microsoft.com/office/drawing/2014/main" id="{9C05D45D-A197-141B-8284-B3BFED510367}"/>
              </a:ext>
            </a:extLst>
          </p:cNvPr>
          <p:cNvPicPr>
            <a:picLocks noChangeAspect="1"/>
          </p:cNvPicPr>
          <p:nvPr/>
        </p:nvPicPr>
        <p:blipFill>
          <a:blip r:embed="rId2"/>
          <a:stretch>
            <a:fillRect/>
          </a:stretch>
        </p:blipFill>
        <p:spPr>
          <a:xfrm>
            <a:off x="1271653" y="1034637"/>
            <a:ext cx="8542229" cy="5331521"/>
          </a:xfrm>
          <a:prstGeom prst="rect">
            <a:avLst/>
          </a:prstGeom>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FUTURE IMPLEMENTATION"/>
          <p:cNvSpPr txBox="1">
            <a:spLocks noGrp="1"/>
          </p:cNvSpPr>
          <p:nvPr>
            <p:ph type="ctrTitle"/>
          </p:nvPr>
        </p:nvSpPr>
        <p:spPr>
          <a:xfrm>
            <a:off x="1044154" y="95796"/>
            <a:ext cx="8139674" cy="710902"/>
          </a:xfrm>
          <a:prstGeom prst="rect">
            <a:avLst/>
          </a:prstGeom>
        </p:spPr>
        <p:txBody>
          <a:bodyPr>
            <a:normAutofit fontScale="90000"/>
          </a:bodyPr>
          <a:lstStyle>
            <a:lvl1pPr defTabSz="328085">
              <a:defRPr sz="4416">
                <a:solidFill>
                  <a:schemeClr val="accent2"/>
                </a:solidFill>
                <a:latin typeface="Times New Roman"/>
                <a:ea typeface="Times New Roman"/>
                <a:cs typeface="Times New Roman"/>
                <a:sym typeface="Times New Roman"/>
              </a:defRPr>
            </a:lvl1pPr>
          </a:lstStyle>
          <a:p>
            <a:r>
              <a:t>FUTURE IMPLEMENTATION</a:t>
            </a:r>
          </a:p>
        </p:txBody>
      </p:sp>
      <p:sp>
        <p:nvSpPr>
          <p:cNvPr id="245" name="Sign Up/Sign In page may also include options for social media signup (e.g., Google, Facebook)."/>
          <p:cNvSpPr txBox="1">
            <a:spLocks noGrp="1"/>
          </p:cNvSpPr>
          <p:nvPr>
            <p:ph type="subTitle" sz="half" idx="1"/>
          </p:nvPr>
        </p:nvSpPr>
        <p:spPr>
          <a:xfrm>
            <a:off x="1286180" y="1111512"/>
            <a:ext cx="7766940" cy="5042798"/>
          </a:xfrm>
          <a:prstGeom prst="rect">
            <a:avLst/>
          </a:prstGeom>
        </p:spPr>
        <p:txBody>
          <a:bodyPr lIns="45719" tIns="45720" rIns="45719" bIns="45720" anchor="t">
            <a:normAutofit/>
          </a:bodyPr>
          <a:lstStyle/>
          <a:p>
            <a:pPr marL="180340" indent="-180340" algn="l">
              <a:buSzPct val="100000"/>
              <a:buFont typeface="Arial"/>
              <a:buChar char="•"/>
              <a:defRPr sz="2000">
                <a:solidFill>
                  <a:srgbClr val="000000"/>
                </a:solidFill>
                <a:latin typeface="Times New Roman"/>
                <a:ea typeface="Times New Roman"/>
                <a:cs typeface="Times New Roman"/>
                <a:sym typeface="Times New Roman"/>
              </a:defRPr>
            </a:pPr>
            <a:r>
              <a:rPr lang="en-US"/>
              <a:t>Multilingual and Accessibility Support.</a:t>
            </a:r>
          </a:p>
          <a:p>
            <a:pPr marL="180340" indent="-180340" algn="l">
              <a:buSzPct val="100000"/>
              <a:buChar char="•"/>
              <a:defRPr sz="2000">
                <a:solidFill>
                  <a:srgbClr val="000000"/>
                </a:solidFill>
                <a:latin typeface="Times New Roman"/>
                <a:ea typeface="Times New Roman"/>
                <a:cs typeface="Times New Roman"/>
                <a:sym typeface="Times New Roman"/>
              </a:defRPr>
            </a:pPr>
            <a:endParaRPr lang="en-US"/>
          </a:p>
          <a:p>
            <a:pPr marL="180340" indent="-180340" algn="l">
              <a:buSzPct val="100000"/>
              <a:buFont typeface="Arial"/>
              <a:buChar char="•"/>
              <a:defRPr sz="2000">
                <a:solidFill>
                  <a:srgbClr val="000000"/>
                </a:solidFill>
                <a:latin typeface="Times New Roman"/>
                <a:ea typeface="Times New Roman"/>
                <a:cs typeface="Times New Roman"/>
                <a:sym typeface="Times New Roman"/>
              </a:defRPr>
            </a:pPr>
            <a:r>
              <a:rPr lang="en-US"/>
              <a:t>Add </a:t>
            </a:r>
            <a:r>
              <a:rPr lang="en-US" b="1"/>
              <a:t>reward systems, multilingual support, and mobile app</a:t>
            </a:r>
            <a:r>
              <a:rPr lang="en-US"/>
              <a:t> for better user engagement.</a:t>
            </a:r>
          </a:p>
          <a:p>
            <a:pPr marL="180340" indent="-180340" algn="l">
              <a:buSzPct val="100000"/>
              <a:buFont typeface="Arial"/>
              <a:buChar char="•"/>
              <a:defRPr sz="2000">
                <a:solidFill>
                  <a:srgbClr val="000000"/>
                </a:solidFill>
                <a:latin typeface="Times New Roman"/>
                <a:ea typeface="Times New Roman"/>
                <a:cs typeface="Times New Roman"/>
                <a:sym typeface="Times New Roman"/>
              </a:defRPr>
            </a:pPr>
            <a:endParaRPr lang="en-US"/>
          </a:p>
          <a:p>
            <a:pPr marL="180340" indent="-180340" algn="l">
              <a:buSzPct val="100000"/>
              <a:buFont typeface="Arial"/>
              <a:buChar char="•"/>
              <a:defRPr sz="2000">
                <a:solidFill>
                  <a:srgbClr val="000000"/>
                </a:solidFill>
                <a:latin typeface="Times New Roman"/>
                <a:ea typeface="Times New Roman"/>
                <a:cs typeface="Times New Roman"/>
                <a:sym typeface="Times New Roman"/>
              </a:defRPr>
            </a:pPr>
            <a:r>
              <a:rPr lang="en-US"/>
              <a:t>Moving forward, volunteers will be empowered to organize events within their own community.</a:t>
            </a:r>
            <a:endParaRPr lang="en-US" sz="2000">
              <a:solidFill>
                <a:srgbClr val="000000"/>
              </a:solidFill>
            </a:endParaRPr>
          </a:p>
          <a:p>
            <a:pPr marL="180340" indent="-180340" algn="l">
              <a:buSzPct val="100000"/>
              <a:buFont typeface="Arial"/>
              <a:buChar char="•"/>
              <a:defRPr sz="2000">
                <a:solidFill>
                  <a:srgbClr val="000000"/>
                </a:solidFill>
                <a:latin typeface="Times New Roman"/>
                <a:ea typeface="Times New Roman"/>
                <a:cs typeface="Times New Roman"/>
                <a:sym typeface="Times New Roman"/>
              </a:defRPr>
            </a:pPr>
            <a:endParaRPr lang="en-US" sz="2000">
              <a:solidFill>
                <a:srgbClr val="000000"/>
              </a:solidFill>
            </a:endParaRPr>
          </a:p>
          <a:p>
            <a:pPr marL="180340" indent="-180340" algn="l">
              <a:buSzPct val="100000"/>
              <a:buFont typeface="Arial"/>
              <a:buChar char="•"/>
              <a:defRPr sz="2000">
                <a:solidFill>
                  <a:srgbClr val="000000"/>
                </a:solidFill>
                <a:latin typeface="Times New Roman"/>
                <a:ea typeface="Times New Roman"/>
                <a:cs typeface="Times New Roman"/>
                <a:sym typeface="Times New Roman"/>
              </a:defRPr>
            </a:pPr>
            <a:r>
              <a:rPr lang="en-US" sz="2000">
                <a:solidFill>
                  <a:srgbClr val="000000"/>
                </a:solidFill>
              </a:rPr>
              <a:t>AI Integrations.</a:t>
            </a:r>
          </a:p>
          <a:p>
            <a:pPr marL="180340" indent="-180340" algn="l">
              <a:buSzPct val="100000"/>
              <a:buChar char="•"/>
              <a:defRPr sz="2000">
                <a:solidFill>
                  <a:srgbClr val="000000"/>
                </a:solidFill>
                <a:latin typeface="Times New Roman"/>
                <a:ea typeface="Times New Roman"/>
                <a:cs typeface="Times New Roman"/>
                <a:sym typeface="Times New Roman"/>
              </a:defRPr>
            </a:pPr>
            <a:endParaRPr lang="en-US"/>
          </a:p>
        </p:txBody>
      </p:sp>
      <p:sp>
        <p:nvSpPr>
          <p:cNvPr id="4" name="Rectangle 3">
            <a:extLst>
              <a:ext uri="{FF2B5EF4-FFF2-40B4-BE49-F238E27FC236}">
                <a16:creationId xmlns:a16="http://schemas.microsoft.com/office/drawing/2014/main" id="{2DB980C0-38FB-3BD5-7681-E2487AEA0E2A}"/>
              </a:ext>
            </a:extLst>
          </p:cNvPr>
          <p:cNvSpPr>
            <a:spLocks noChangeArrowheads="1"/>
          </p:cNvSpPr>
          <p:nvPr/>
        </p:nvSpPr>
        <p:spPr bwMode="auto">
          <a:xfrm>
            <a:off x="152400" y="-322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1783482C-DCB6-4DBB-4C8F-E70439359B78}"/>
              </a:ext>
            </a:extLst>
          </p:cNvPr>
          <p:cNvSpPr>
            <a:spLocks noChangeArrowheads="1"/>
          </p:cNvSpPr>
          <p:nvPr/>
        </p:nvSpPr>
        <p:spPr bwMode="auto">
          <a:xfrm>
            <a:off x="304800" y="120134"/>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Rectangle 5">
            <a:extLst>
              <a:ext uri="{FF2B5EF4-FFF2-40B4-BE49-F238E27FC236}">
                <a16:creationId xmlns:a16="http://schemas.microsoft.com/office/drawing/2014/main" id="{68E87ECE-3CD4-0326-9534-7ED28340A3E1}"/>
              </a:ext>
            </a:extLst>
          </p:cNvPr>
          <p:cNvSpPr>
            <a:spLocks noChangeArrowheads="1"/>
          </p:cNvSpPr>
          <p:nvPr/>
        </p:nvSpPr>
        <p:spPr bwMode="auto">
          <a:xfrm>
            <a:off x="457200" y="272534"/>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CONCLUSION"/>
          <p:cNvSpPr txBox="1">
            <a:spLocks noGrp="1"/>
          </p:cNvSpPr>
          <p:nvPr>
            <p:ph type="ctrTitle"/>
          </p:nvPr>
        </p:nvSpPr>
        <p:spPr>
          <a:xfrm>
            <a:off x="3039259" y="78659"/>
            <a:ext cx="4131734" cy="765728"/>
          </a:xfrm>
          <a:prstGeom prst="rect">
            <a:avLst/>
          </a:prstGeom>
        </p:spPr>
        <p:txBody>
          <a:bodyPr>
            <a:normAutofit fontScale="90000"/>
          </a:bodyPr>
          <a:lstStyle>
            <a:lvl1pPr defTabSz="388620">
              <a:defRPr sz="4800">
                <a:solidFill>
                  <a:schemeClr val="accent2"/>
                </a:solidFill>
                <a:latin typeface="Times New Roman"/>
                <a:ea typeface="Times New Roman"/>
                <a:cs typeface="Times New Roman"/>
                <a:sym typeface="Times New Roman"/>
              </a:defRPr>
            </a:lvl1pPr>
          </a:lstStyle>
          <a:p>
            <a:r>
              <a:t>CONCLUSION</a:t>
            </a:r>
          </a:p>
        </p:txBody>
      </p:sp>
      <p:sp>
        <p:nvSpPr>
          <p:cNvPr id="248" name="TextBox 2"/>
          <p:cNvSpPr txBox="1"/>
          <p:nvPr/>
        </p:nvSpPr>
        <p:spPr>
          <a:xfrm>
            <a:off x="466920" y="990162"/>
            <a:ext cx="10664714" cy="563231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tIns="45720" rIns="45719" bIns="45720" anchor="t">
            <a:spAutoFit/>
          </a:bodyPr>
          <a:lstStyle/>
          <a:p>
            <a:pPr defTabSz="429768">
              <a:defRPr sz="2000" b="1">
                <a:latin typeface="Times New Roman"/>
                <a:ea typeface="Times New Roman"/>
                <a:cs typeface="Times New Roman"/>
                <a:sym typeface="Times New Roman"/>
              </a:defRPr>
            </a:pPr>
            <a:r>
              <a:rPr lang="en-US" err="1">
                <a:solidFill>
                  <a:srgbClr val="0F1115"/>
                </a:solidFill>
                <a:cs typeface="Times New Roman"/>
              </a:rPr>
              <a:t>WasteZero</a:t>
            </a:r>
            <a:r>
              <a:rPr lang="en-US">
                <a:solidFill>
                  <a:srgbClr val="0F1115"/>
                </a:solidFill>
                <a:cs typeface="Times New Roman"/>
              </a:rPr>
              <a:t> is a comprehensive digital platform designed to revolutionize urban waste management by connecting residents with waste collection services intelligently and efficiently. Its core purpose is to make recycling and responsible waste disposal seamless and accessible.</a:t>
            </a:r>
            <a:endParaRPr lang="en-US"/>
          </a:p>
          <a:p>
            <a:pPr defTabSz="429768">
              <a:defRPr sz="2000" b="1">
                <a:latin typeface="Times New Roman"/>
                <a:ea typeface="Times New Roman"/>
                <a:cs typeface="Times New Roman"/>
                <a:sym typeface="Times New Roman"/>
              </a:defRPr>
            </a:pPr>
            <a:r>
              <a:rPr lang="en-US">
                <a:solidFill>
                  <a:srgbClr val="0F1115"/>
                </a:solidFill>
                <a:cs typeface="Times New Roman"/>
              </a:rPr>
              <a:t>The platform is structured around four key pillars. </a:t>
            </a:r>
            <a:endParaRPr lang="en-US">
              <a:cs typeface="Times New Roman"/>
            </a:endParaRPr>
          </a:p>
          <a:p>
            <a:pPr marL="342900" indent="-342900" defTabSz="429768">
              <a:buFont typeface="Arial"/>
              <a:buChar char="•"/>
              <a:defRPr sz="2000" b="1">
                <a:latin typeface="Times New Roman"/>
                <a:ea typeface="Times New Roman"/>
                <a:cs typeface="Times New Roman"/>
                <a:sym typeface="Times New Roman"/>
              </a:defRPr>
            </a:pPr>
            <a:r>
              <a:rPr lang="en-US">
                <a:solidFill>
                  <a:srgbClr val="0F1115"/>
                </a:solidFill>
                <a:cs typeface="Times New Roman"/>
              </a:rPr>
              <a:t>First, it provides a user-friendly interface where residents can register, schedule on-demand waste pickups, and correctly categorize their recyclables (such as plastic, organic, and e-waste).</a:t>
            </a:r>
            <a:endParaRPr lang="en-US">
              <a:cs typeface="Times New Roman"/>
            </a:endParaRPr>
          </a:p>
          <a:p>
            <a:pPr marL="342900" indent="-342900" defTabSz="429768">
              <a:buFont typeface="Arial"/>
              <a:buChar char="•"/>
              <a:defRPr sz="2000" b="1">
                <a:latin typeface="Times New Roman"/>
                <a:ea typeface="Times New Roman"/>
                <a:cs typeface="Times New Roman"/>
                <a:sym typeface="Times New Roman"/>
              </a:defRPr>
            </a:pPr>
            <a:r>
              <a:rPr lang="en-US">
                <a:solidFill>
                  <a:srgbClr val="0F1115"/>
                </a:solidFill>
                <a:cs typeface="Times New Roman"/>
              </a:rPr>
              <a:t> Second, it operates on an intelligent backend system that dynamically assigns the nearest available pickup agent (NGOs/Volunteers) based on the user's location and waste type, ensuring operational efficiency.</a:t>
            </a:r>
            <a:endParaRPr lang="en-US"/>
          </a:p>
          <a:p>
            <a:pPr marL="342900" indent="-342900" defTabSz="429768">
              <a:buFont typeface="Arial"/>
              <a:buChar char="•"/>
              <a:defRPr sz="2000" b="1">
                <a:latin typeface="Times New Roman"/>
                <a:ea typeface="Times New Roman"/>
                <a:cs typeface="Times New Roman"/>
                <a:sym typeface="Times New Roman"/>
              </a:defRPr>
            </a:pPr>
            <a:r>
              <a:rPr lang="en-US">
                <a:solidFill>
                  <a:srgbClr val="0F1115"/>
                </a:solidFill>
                <a:cs typeface="Times New Roman"/>
              </a:rPr>
              <a:t>Third, it fosters communication and engagement through integrated real-time messaging and notifications, keeping both users and agents informed about pickup status and new matches. </a:t>
            </a:r>
            <a:endParaRPr lang="en-US">
              <a:cs typeface="Times New Roman"/>
            </a:endParaRPr>
          </a:p>
          <a:p>
            <a:pPr marL="342900" indent="-342900" defTabSz="429768">
              <a:buFont typeface="Arial"/>
              <a:buChar char="•"/>
              <a:defRPr sz="2000" b="1">
                <a:latin typeface="Times New Roman"/>
                <a:ea typeface="Times New Roman"/>
                <a:cs typeface="Times New Roman"/>
                <a:sym typeface="Times New Roman"/>
              </a:defRPr>
            </a:pPr>
            <a:r>
              <a:rPr lang="en-US">
                <a:solidFill>
                  <a:srgbClr val="0F1115"/>
                </a:solidFill>
                <a:cs typeface="Times New Roman"/>
              </a:rPr>
              <a:t>Finally, it offers robust administrative oversight with a dedicated dashboard for monitoring platform activity, generating analytical reports, and managing content, ensuring the platform runs smoothly and effectively.</a:t>
            </a:r>
            <a:endParaRPr lang="en-US"/>
          </a:p>
          <a:p>
            <a:pPr defTabSz="429768">
              <a:defRPr sz="2000" b="1">
                <a:latin typeface="Times New Roman"/>
                <a:ea typeface="Times New Roman"/>
                <a:cs typeface="Times New Roman"/>
                <a:sym typeface="Times New Roman"/>
              </a:defRPr>
            </a:pPr>
            <a:r>
              <a:rPr lang="en-US">
                <a:solidFill>
                  <a:srgbClr val="0F1115"/>
                </a:solidFill>
                <a:cs typeface="Times New Roman"/>
              </a:rPr>
              <a:t>By digitizing the entire process, WasteZero aims to increase recycling rates, optimize collection routes, and promote a culture of environmental responsibility among communities.</a:t>
            </a:r>
            <a:endParaRPr lang="en-US"/>
          </a:p>
          <a:p>
            <a:pPr defTabSz="429768">
              <a:defRPr sz="2000" b="1">
                <a:latin typeface="Times New Roman"/>
                <a:ea typeface="Times New Roman"/>
                <a:cs typeface="Times New Roman"/>
                <a:sym typeface="Times New Roman"/>
              </a:defRPr>
            </a:pPr>
            <a:endParaRPr lang="en-US">
              <a:solidFill>
                <a:srgbClr val="0F1115"/>
              </a:solidFill>
              <a:latin typeface="Times New Roman"/>
              <a:ea typeface="Times Roman"/>
              <a:cs typeface="Times New Roman"/>
            </a:endParaRPr>
          </a:p>
        </p:txBody>
      </p:sp>
    </p:spTree>
  </p:cSld>
  <p:clrMapOvr>
    <a:masterClrMapping/>
  </p:clrMapOvr>
  <p:transition spd="med"/>
</p:sld>
</file>

<file path=ppt/theme/theme1.xml><?xml version="1.0" encoding="utf-8"?>
<a:theme xmlns:a="http://schemas.openxmlformats.org/drawingml/2006/main" name="Facet">
  <a:themeElements>
    <a:clrScheme name="Facet">
      <a:dk1>
        <a:srgbClr val="000000"/>
      </a:dk1>
      <a:lt1>
        <a:srgbClr val="FFFFFF"/>
      </a:lt1>
      <a:dk2>
        <a:srgbClr val="A7A7A7"/>
      </a:dk2>
      <a:lt2>
        <a:srgbClr val="535353"/>
      </a:lt2>
      <a:accent1>
        <a:srgbClr val="5FCBEF"/>
      </a:accent1>
      <a:accent2>
        <a:srgbClr val="2E83C3"/>
      </a:accent2>
      <a:accent3>
        <a:srgbClr val="42D0A2"/>
      </a:accent3>
      <a:accent4>
        <a:srgbClr val="2E946B"/>
      </a:accent4>
      <a:accent5>
        <a:srgbClr val="42B051"/>
      </a:accent5>
      <a:accent6>
        <a:srgbClr val="96D141"/>
      </a:accent6>
      <a:hlink>
        <a:srgbClr val="0000FF"/>
      </a:hlink>
      <a:folHlink>
        <a:srgbClr val="FF00FF"/>
      </a:folHlink>
    </a:clrScheme>
    <a:fontScheme name="Facet">
      <a:majorFont>
        <a:latin typeface="Helvetica"/>
        <a:ea typeface="Helvetica"/>
        <a:cs typeface="Helvetica"/>
      </a:majorFont>
      <a:minorFont>
        <a:latin typeface="Calibri"/>
        <a:ea typeface="Calibri"/>
        <a:cs typeface="Calibri"/>
      </a:minorFont>
    </a:fontScheme>
    <a:fmtScheme name="Face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35000"/>
              </a:srgbClr>
            </a:outerShdw>
          </a:effectLst>
        </a:effectStyle>
        <a:effectStyle>
          <a:effectLst>
            <a:outerShdw blurRad="38100" dist="25400" dir="5400000" rotWithShape="0">
              <a:srgbClr val="000000">
                <a:alpha val="35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rnd">
          <a:solidFill>
            <a:schemeClr val="accent1"/>
          </a:solidFill>
          <a:prstDash val="solid"/>
          <a:round/>
        </a:ln>
        <a:effectLst>
          <a:outerShdw blurRad="38100" dist="254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Trebuchet MS"/>
            <a:ea typeface="Trebuchet MS"/>
            <a:cs typeface="Trebuchet MS"/>
            <a:sym typeface="Trebuchet M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rnd">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Trebuchet MS"/>
            <a:ea typeface="Trebuchet MS"/>
            <a:cs typeface="Trebuchet MS"/>
            <a:sym typeface="Trebuchet M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Facet">
  <a:themeElements>
    <a:clrScheme name="Facet">
      <a:dk1>
        <a:srgbClr val="000000"/>
      </a:dk1>
      <a:lt1>
        <a:srgbClr val="FFFFFF"/>
      </a:lt1>
      <a:dk2>
        <a:srgbClr val="A7A7A7"/>
      </a:dk2>
      <a:lt2>
        <a:srgbClr val="535353"/>
      </a:lt2>
      <a:accent1>
        <a:srgbClr val="5FCBEF"/>
      </a:accent1>
      <a:accent2>
        <a:srgbClr val="2E83C3"/>
      </a:accent2>
      <a:accent3>
        <a:srgbClr val="42D0A2"/>
      </a:accent3>
      <a:accent4>
        <a:srgbClr val="2E946B"/>
      </a:accent4>
      <a:accent5>
        <a:srgbClr val="42B051"/>
      </a:accent5>
      <a:accent6>
        <a:srgbClr val="96D141"/>
      </a:accent6>
      <a:hlink>
        <a:srgbClr val="0000FF"/>
      </a:hlink>
      <a:folHlink>
        <a:srgbClr val="FF00FF"/>
      </a:folHlink>
    </a:clrScheme>
    <a:fontScheme name="Facet">
      <a:majorFont>
        <a:latin typeface="Helvetica"/>
        <a:ea typeface="Helvetica"/>
        <a:cs typeface="Helvetica"/>
      </a:majorFont>
      <a:minorFont>
        <a:latin typeface="Calibri"/>
        <a:ea typeface="Calibri"/>
        <a:cs typeface="Calibri"/>
      </a:minorFont>
    </a:fontScheme>
    <a:fmtScheme name="Face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35000"/>
              </a:srgbClr>
            </a:outerShdw>
          </a:effectLst>
        </a:effectStyle>
        <a:effectStyle>
          <a:effectLst>
            <a:outerShdw blurRad="38100" dist="25400" dir="5400000" rotWithShape="0">
              <a:srgbClr val="000000">
                <a:alpha val="35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rnd">
          <a:solidFill>
            <a:schemeClr val="accent1"/>
          </a:solidFill>
          <a:prstDash val="solid"/>
          <a:round/>
        </a:ln>
        <a:effectLst>
          <a:outerShdw blurRad="38100" dist="254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Trebuchet MS"/>
            <a:ea typeface="Trebuchet MS"/>
            <a:cs typeface="Trebuchet MS"/>
            <a:sym typeface="Trebuchet M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9050" cap="rnd">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Trebuchet MS"/>
            <a:ea typeface="Trebuchet MS"/>
            <a:cs typeface="Trebuchet MS"/>
            <a:sym typeface="Trebuchet M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748</Words>
  <Application>Microsoft Office PowerPoint</Application>
  <PresentationFormat>Widescreen</PresentationFormat>
  <Paragraphs>103</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Facet</vt:lpstr>
      <vt:lpstr>PowerPoint Presentation</vt:lpstr>
      <vt:lpstr>INTERNS INVOLVED IN THE INTERNSHIP</vt:lpstr>
      <vt:lpstr> WasteZero is a comprehensive environmental impact management platform that connects volunteers with NGOs and waste management organizations to facilitate environmental cleanup initiatives and recycling programs. Built with React 19, Node.js/Express, and MongoDB, the platform features role-based dashboards for admins, NGOs, and volunteers, enabling efficient coordination of waste collection and sustainability initiatives. The application includes real-time messaging with Socket.IO, advanced event management with volunteer application workflows, and secure JWT authentication with OTP-based password recovery. WasteZero empowers communities to engage in environmental action through a modern, responsive web interface designed to build a sustainable future.    Key features include:-   ● User authentication.  ● Personalized dashboard.  ●Event tracking, and more.      ●Role based Dashboards</vt:lpstr>
      <vt:lpstr>LANDING PAGE</vt:lpstr>
      <vt:lpstr>LOGIN PAGE</vt:lpstr>
      <vt:lpstr>Registration PAGE</vt:lpstr>
      <vt:lpstr>FORGOT PASSWORD PAGE</vt:lpstr>
      <vt:lpstr>DASHBOARD</vt:lpstr>
      <vt:lpstr>MESSAGING</vt:lpstr>
      <vt:lpstr>                      WORK FLOW</vt:lpstr>
      <vt:lpstr>                    WORK FLOW</vt:lpstr>
      <vt:lpstr>Volunteer Analytics</vt:lpstr>
      <vt:lpstr>Volunteer Analytics</vt:lpstr>
      <vt:lpstr>Volunteer Dashboard</vt:lpstr>
      <vt:lpstr>Volunteer Dashboard</vt:lpstr>
      <vt:lpstr>NGO</vt:lpstr>
      <vt:lpstr>NGO</vt:lpstr>
      <vt:lpstr>NGO</vt:lpstr>
      <vt:lpstr>NGO</vt:lpstr>
      <vt:lpstr>NGO</vt:lpstr>
      <vt:lpstr>ADMIN PANEL</vt:lpstr>
      <vt:lpstr>Admin Anlytics</vt:lpstr>
      <vt:lpstr>Admin Dashboard</vt:lpstr>
      <vt:lpstr>PAGE NOT FOUND</vt:lpstr>
      <vt:lpstr>FUTURE IMPLEMENTATION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chandhu duba</cp:lastModifiedBy>
  <cp:revision>10</cp:revision>
  <dcterms:modified xsi:type="dcterms:W3CDTF">2025-10-14T11:11:02Z</dcterms:modified>
</cp:coreProperties>
</file>